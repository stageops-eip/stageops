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4c83b7526849da" /><Relationship Type="http://schemas.openxmlformats.org/officeDocument/2006/relationships/extended-properties" Target="/docProps/app.xml" Id="R417854fbb02c4639" /><Relationship Type="http://schemas.openxmlformats.org/officeDocument/2006/relationships/officeDocument" Target="/ppt/presentation.xml" Id="Rdfaf854db8f74cbc" /></Relationships>
</file>

<file path=ppt/presentation.xml><?xml version="1.0" encoding="utf-8"?>
<p:presentation xmlns:p="http://schemas.openxmlformats.org/presentationml/2006/main">
  <p:sldMasterIdLst>
    <p:sldMasterId xmlns:r="http://schemas.openxmlformats.org/officeDocument/2006/relationships" id="2147483648" r:id="R6ac794d66dfa4a63"/>
  </p:sldMasterIdLst>
  <p:notesMasterIdLst>
    <p:notesMasterId xmlns:r="http://schemas.openxmlformats.org/officeDocument/2006/relationships" r:id="Re1e2b19c65a942e7"/>
  </p:notesMasterIdLst>
  <p:sldIdLst>
    <p:sldId xmlns:r="http://schemas.openxmlformats.org/officeDocument/2006/relationships" id="256" r:id="Ra39379895aaf40a2"/>
    <p:sldId xmlns:r="http://schemas.openxmlformats.org/officeDocument/2006/relationships" id="257" r:id="R8c7d563d5b274495"/>
    <p:sldId xmlns:r="http://schemas.openxmlformats.org/officeDocument/2006/relationships" id="258" r:id="R774dfef665b54cbf"/>
    <p:sldId xmlns:r="http://schemas.openxmlformats.org/officeDocument/2006/relationships" id="259" r:id="R13f2c20c8412445e"/>
    <p:sldId xmlns:r="http://schemas.openxmlformats.org/officeDocument/2006/relationships" id="260" r:id="R84fcdf04b4864428"/>
    <p:sldId xmlns:r="http://schemas.openxmlformats.org/officeDocument/2006/relationships" id="261" r:id="R4553b558169348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a058cb530d46d4" /><Relationship Type="http://schemas.openxmlformats.org/officeDocument/2006/relationships/slideMaster" Target="/ppt/slideMasters/slideMaster1.xml" Id="R6ac794d66dfa4a63" /><Relationship Type="http://schemas.openxmlformats.org/officeDocument/2006/relationships/notesMaster" Target="/ppt/notesMasters/notesMaster1.xml" Id="Re1e2b19c65a942e7" /><Relationship Type="http://schemas.openxmlformats.org/officeDocument/2006/relationships/presProps" Target="/ppt/presProps.xml" Id="R9637983ce4964e9f" /><Relationship Type="http://schemas.openxmlformats.org/officeDocument/2006/relationships/tableStyles" Target="/ppt/tableStyles.xml" Id="R9e18b451aac6497e" /><Relationship Type="http://schemas.openxmlformats.org/officeDocument/2006/relationships/slide" Target="/ppt/slides/slide1.xml" Id="Ra39379895aaf40a2" /><Relationship Type="http://schemas.openxmlformats.org/officeDocument/2006/relationships/slide" Target="/ppt/slides/slide2.xml" Id="R8c7d563d5b274495" /><Relationship Type="http://schemas.openxmlformats.org/officeDocument/2006/relationships/slide" Target="/ppt/slides/slide3.xml" Id="R774dfef665b54cbf" /><Relationship Type="http://schemas.openxmlformats.org/officeDocument/2006/relationships/slide" Target="/ppt/slides/slide4.xml" Id="R13f2c20c8412445e" /><Relationship Type="http://schemas.openxmlformats.org/officeDocument/2006/relationships/slide" Target="/ppt/slides/slide5.xml" Id="R84fcdf04b4864428" /><Relationship Type="http://schemas.openxmlformats.org/officeDocument/2006/relationships/slide" Target="/ppt/slides/slide6.xml" Id="R4553b558169348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9abeba684346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d168a7047b49d9" /><Relationship Type="http://schemas.openxmlformats.org/officeDocument/2006/relationships/notesMaster" Target="/ppt/notesMasters/notesMaster1.xml" Id="R97e1402ef78148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11e32c17504011" /><Relationship Type="http://schemas.openxmlformats.org/officeDocument/2006/relationships/notesMaster" Target="/ppt/notesMasters/notesMaster1.xml" Id="Ra5efa055058f43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c2b2a30a864c8f" /><Relationship Type="http://schemas.openxmlformats.org/officeDocument/2006/relationships/notesMaster" Target="/ppt/notesMasters/notesMaster1.xml" Id="R9641fcb784494b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523bdaf52a493a" /><Relationship Type="http://schemas.openxmlformats.org/officeDocument/2006/relationships/notesMaster" Target="/ppt/notesMasters/notesMaster1.xml" Id="R79839c2a9ab242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7ee76c107b4fca" /><Relationship Type="http://schemas.openxmlformats.org/officeDocument/2006/relationships/notesMaster" Target="/ppt/notesMasters/notesMaster1.xml" Id="R749629b848a64a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1f29e35c5f467b" /><Relationship Type="http://schemas.openxmlformats.org/officeDocument/2006/relationships/notesMaster" Target="/ppt/notesMasters/notesMaster1.xml" Id="Rd4e7fb35033f49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a choisi deux objectifs qui se complètent. Le partenaire nous donne accès à un terrain réel. Les utilisateurs nous aident ensuite à décider quoi améliorer dans StageOps.</a:t>
            </a:r>
          </a:p>
          <a:p xmlns:a="http://schemas.openxmlformats.org/drawingml/2006/main">
            <a:r>
              <a:t/>
            </a:r>
          </a:p>
          <a:p xmlns:a="http://schemas.openxmlformats.org/drawingml/2006/main">
            <a:r>
              <a:t>Source de cadrage : G-EIP-600, sections Establish Strategic Partnerships et Optimizing Relationships with the Target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premier objectif répond à la question : où tester StageOps ? Le second répond à la question : avec qui décider des améliorations ? C'est pour cela que ces deux objectifs ont du sens ensemble.</a:t>
            </a:r>
          </a:p>
          <a:p xmlns:a="http://schemas.openxmlformats.org/drawingml/2006/main">
            <a:r>
              <a:t/>
            </a:r>
          </a:p>
          <a:p xmlns:a="http://schemas.openxmlformats.org/drawingml/2006/main">
            <a:r>
              <a:t>Source de cadrage : G-EIP-600, sections Establish Strategic Partnerships et Optimizing Relationships with the Target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ne cherche pas un grand nom pour la forme. On cherche une structure capable de nous accorder un rendez-vous, de tester un cas d'usage et de nous donner un retour écrit ou un témoignage.</a:t>
            </a:r>
          </a:p>
          <a:p xmlns:a="http://schemas.openxmlformats.org/drawingml/2006/main">
            <a:r>
              <a:t/>
            </a:r>
          </a:p>
          <a:p xmlns:a="http://schemas.openxmlformats.org/drawingml/2006/main">
            <a:r>
              <a:t>Source de cadrage : G-EIP-600, sections Establish Strategic Partnerships et Optimizing Relationships with the Target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observe une personne utiliser StageOps. On regroupe les problèmes qui reviennent. L'équipe choisit les plus importants, les corrige, puis fait retester la nouvelle version. Le jury pourra donc voir d'où vient chaque amélioration.</a:t>
            </a:r>
          </a:p>
          <a:p xmlns:a="http://schemas.openxmlformats.org/drawingml/2006/main">
            <a:r>
              <a:t/>
            </a:r>
          </a:p>
          <a:p xmlns:a="http://schemas.openxmlformats.org/drawingml/2006/main">
            <a:r>
              <a:t>Source de cadrage : G-EIP-600, sections Establish Strategic Partnerships et Optimizing Relationships with the Target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deux premières semaines servent à préparer un contact sérieux et un test court. Les semaines suivantes servent à rencontrer, corriger et documenter. La dernière semaine rassemble les résultats pour le jury.</a:t>
            </a:r>
          </a:p>
          <a:p xmlns:a="http://schemas.openxmlformats.org/drawingml/2006/main">
            <a:r>
              <a:t/>
            </a:r>
          </a:p>
          <a:p xmlns:a="http://schemas.openxmlformats.org/drawingml/2006/main">
            <a:r>
              <a:t>Source de cadrage : G-EIP-600, sections Establish Strategic Partnerships et Optimizing Relationships with the Target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À la fin, le jury verra deux choses très simples. D'abord une collaboration réelle avec une structure du secteur. Ensuite deux améliorations de StageOps reliées à des retours externes, avec un avant et un après.</a:t>
            </a:r>
          </a:p>
          <a:p xmlns:a="http://schemas.openxmlformats.org/drawingml/2006/main">
            <a:r>
              <a:t/>
            </a:r>
          </a:p>
          <a:p xmlns:a="http://schemas.openxmlformats.org/drawingml/2006/main">
            <a:r>
              <a:t>Source de cadrage : G-EIP-600, sections Establish Strategic Partnerships et Optimizing Relationships with the Target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70acad58f74c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1a744b31f3400c" /><Relationship Type="http://schemas.openxmlformats.org/officeDocument/2006/relationships/slideLayout" Target="/ppt/slideLayouts/slideLayout1.xml" Id="R5296c96710dd4f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96c96710dd4f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77bb6eabd24a07" /><Relationship Type="http://schemas.openxmlformats.org/officeDocument/2006/relationships/image" Target="/ppt/media/image.png" Id="R034255135d134bdd" /><Relationship Type="http://schemas.openxmlformats.org/officeDocument/2006/relationships/image" Target="/ppt/media/image2.png" Id="Rc66668bc4ed049f6" /><Relationship Type="http://schemas.openxmlformats.org/officeDocument/2006/relationships/notesSlide" Target="/ppt/notesSlides/notesSlide1.xml" Id="R8909a9252d7f45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b2dc2640d74150" /><Relationship Type="http://schemas.openxmlformats.org/officeDocument/2006/relationships/notesSlide" Target="/ppt/notesSlides/notesSlide2.xml" Id="Rb3e411a0388a4d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2ff6c3061d4ca6" /><Relationship Type="http://schemas.openxmlformats.org/officeDocument/2006/relationships/notesSlide" Target="/ppt/notesSlides/notesSlide3.xml" Id="R1fd20657916040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3e9d1ac41d414d" /><Relationship Type="http://schemas.openxmlformats.org/officeDocument/2006/relationships/notesSlide" Target="/ppt/notesSlides/notesSlide4.xml" Id="R140d4d2e730442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1005dc5ac74716" /><Relationship Type="http://schemas.openxmlformats.org/officeDocument/2006/relationships/notesSlide" Target="/ppt/notesSlides/notesSlide5.xml" Id="R34cd06b6bded40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b7284f2fb34c7e" /><Relationship Type="http://schemas.openxmlformats.org/officeDocument/2006/relationships/notesSlide" Target="/ppt/notesSlides/notesSlide6.xml" Id="Rd75c2abc0cea4b4a" /></Relationships>
</file>

<file path=ppt/slides/slide1.xml><?xml version="1.0" encoding="utf-8"?>
<p:sld xmlns:p="http://schemas.openxmlformats.org/presentationml/2006/main">
  <p:cSld>
    <p:bg>
      <p:bgPr>
        <a:solidFill xmlns:a="http://schemas.openxmlformats.org/drawingml/2006/main">
          <a:srgbClr val="05060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7E546FC-A184-4D00-BAB1-9856127B043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ln xmlns:a="http://schemas.openxmlformats.org/drawingml/2006/main" w="0">
            <a:no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34255135d134bdd"/>
          <a:stretch xmlns:a="http://schemas.openxmlformats.org/drawingml/2006/main"/>
        </p:blipFill>
        <p:spPr>
          <a:xfrm xmlns:a="http://schemas.openxmlformats.org/drawingml/2006/main">
            <a:off x="666750" y="438150"/>
            <a:ext cx="533400" cy="5334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AFE26A6-E15E-4FD5-B3A3-BEE56F619929}"/>
              </a:ext>
            </a:extLst>
          </p:cNvPr>
          <p:cNvSpPr>
            <a:spLocks xmlns:a="http://schemas.openxmlformats.org/drawingml/2006/main" noGrp="1"/>
          </p:cNvSpPr>
          <p:nvPr/>
        </p:nvSpPr>
        <p:spPr>
          <a:xfrm xmlns:a="http://schemas.openxmlformats.org/drawingml/2006/main">
            <a:off x="1371600" y="4953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3F1EB"/>
                </a:solidFill>
                <a:latin typeface="Arial"/>
                <a:ea typeface="Arial"/>
                <a:cs typeface="Arial"/>
              </a:defRPr>
            </a:pPr>
            <a:r>
              <a:rPr sz="1800" b="1">
                <a:solidFill>
                  <a:srgbClr val="F3F1EB"/>
                </a:solidFill>
                <a:latin typeface="Arial"/>
                <a:ea typeface="Arial"/>
                <a:cs typeface="Arial"/>
              </a:rPr>
              <a:t>STAGEOPS</a:t>
            </a:r>
          </a:p>
        </p:txBody>
      </p:sp>
      <p:sp>
        <p:nvSpPr>
          <p:cNvPr id="4" name="">
            <a:extLst xmlns:a="http://schemas.openxmlformats.org/drawingml/2006/main">
              <a:ext uri="{FF2B5EF4-FFF2-40B4-BE49-F238E27FC236}">
                <a16:creationId xmlns:a16="http://schemas.microsoft.com/office/drawing/2014/main" id="{E9A9AEFF-8D82-4CDA-AD7B-CD7F3F2D9B39}"/>
              </a:ext>
            </a:extLst>
          </p:cNvPr>
          <p:cNvSpPr>
            <a:spLocks xmlns:a="http://schemas.openxmlformats.org/drawingml/2006/main" noGrp="1"/>
          </p:cNvSpPr>
          <p:nvPr/>
        </p:nvSpPr>
        <p:spPr>
          <a:xfrm xmlns:a="http://schemas.openxmlformats.org/drawingml/2006/main">
            <a:off x="666750" y="1866900"/>
            <a:ext cx="685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5400" b="1">
                <a:solidFill>
                  <a:srgbClr val="F3F1EB"/>
                </a:solidFill>
                <a:latin typeface="Arial"/>
                <a:ea typeface="Arial"/>
                <a:cs typeface="Arial"/>
              </a:defRPr>
            </a:pPr>
            <a:r>
              <a:rPr sz="5400" b="1">
                <a:solidFill>
                  <a:srgbClr val="F3F1EB"/>
                </a:solidFill>
                <a:latin typeface="Arial"/>
                <a:ea typeface="Arial"/>
                <a:cs typeface="Arial"/>
              </a:rPr>
              <a:t>PLAN EIP</a:t>
            </a:r>
          </a:p>
        </p:txBody>
      </p:sp>
      <p:sp>
        <p:nvSpPr>
          <p:cNvPr id="5" name="">
            <a:extLst xmlns:a="http://schemas.openxmlformats.org/drawingml/2006/main">
              <a:ext uri="{FF2B5EF4-FFF2-40B4-BE49-F238E27FC236}">
                <a16:creationId xmlns:a16="http://schemas.microsoft.com/office/drawing/2014/main" id="{59DAC0F8-FDD9-4F3B-B982-68C4A0603F89}"/>
              </a:ext>
            </a:extLst>
          </p:cNvPr>
          <p:cNvSpPr>
            <a:spLocks xmlns:a="http://schemas.openxmlformats.org/drawingml/2006/main" noGrp="1"/>
          </p:cNvSpPr>
          <p:nvPr/>
        </p:nvSpPr>
        <p:spPr>
          <a:xfrm xmlns:a="http://schemas.openxmlformats.org/drawingml/2006/main">
            <a:off x="704850" y="31813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A699FF"/>
                </a:solidFill>
                <a:latin typeface="Arial"/>
                <a:ea typeface="Arial"/>
                <a:cs typeface="Arial"/>
              </a:defRPr>
            </a:pPr>
            <a:r>
              <a:rPr sz="2250" b="1">
                <a:solidFill>
                  <a:srgbClr val="A699FF"/>
                </a:solidFill>
                <a:latin typeface="Arial"/>
                <a:ea typeface="Arial"/>
                <a:cs typeface="Arial"/>
              </a:rPr>
              <a:t>Partenaire terrain</a:t>
            </a:r>
          </a:p>
        </p:txBody>
      </p:sp>
      <p:sp>
        <p:nvSpPr>
          <p:cNvPr id="6" name="">
            <a:extLst xmlns:a="http://schemas.openxmlformats.org/drawingml/2006/main">
              <a:ext uri="{FF2B5EF4-FFF2-40B4-BE49-F238E27FC236}">
                <a16:creationId xmlns:a16="http://schemas.microsoft.com/office/drawing/2014/main" id="{0993F76D-163B-4B83-BA88-B2A81C538610}"/>
              </a:ext>
            </a:extLst>
          </p:cNvPr>
          <p:cNvSpPr>
            <a:spLocks xmlns:a="http://schemas.openxmlformats.org/drawingml/2006/main" noGrp="1"/>
          </p:cNvSpPr>
          <p:nvPr/>
        </p:nvSpPr>
        <p:spPr>
          <a:xfrm xmlns:a="http://schemas.openxmlformats.org/drawingml/2006/main">
            <a:off x="704850" y="37147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3977FF"/>
                </a:solidFill>
                <a:latin typeface="Arial"/>
                <a:ea typeface="Arial"/>
                <a:cs typeface="Arial"/>
              </a:defRPr>
            </a:pPr>
            <a:r>
              <a:rPr sz="2250" b="1">
                <a:solidFill>
                  <a:srgbClr val="3977FF"/>
                </a:solidFill>
                <a:latin typeface="Arial"/>
                <a:ea typeface="Arial"/>
                <a:cs typeface="Arial"/>
              </a:rPr>
              <a:t>Retours utilisateurs</a:t>
            </a:r>
          </a:p>
        </p:txBody>
      </p:sp>
      <p:sp>
        <p:nvSpPr>
          <p:cNvPr id="7" name="">
            <a:extLst xmlns:a="http://schemas.openxmlformats.org/drawingml/2006/main">
              <a:ext uri="{FF2B5EF4-FFF2-40B4-BE49-F238E27FC236}">
                <a16:creationId xmlns:a16="http://schemas.microsoft.com/office/drawing/2014/main" id="{2B9CDA51-3051-4E57-BC01-FB81A69057BA}"/>
              </a:ext>
            </a:extLst>
          </p:cNvPr>
          <p:cNvSpPr>
            <a:spLocks xmlns:a="http://schemas.openxmlformats.org/drawingml/2006/main" noGrp="1"/>
          </p:cNvSpPr>
          <p:nvPr/>
        </p:nvSpPr>
        <p:spPr>
          <a:xfrm xmlns:a="http://schemas.openxmlformats.org/drawingml/2006/main">
            <a:off x="8039100" y="1409700"/>
            <a:ext cx="3143250" cy="3143250"/>
          </a:xfrm>
          <a:prstGeom xmlns:a="http://schemas.openxmlformats.org/drawingml/2006/main" prst="ellipse">
            <a:avLst/>
          </a:prstGeom>
          <a:ln xmlns:a="http://schemas.openxmlformats.org/drawingml/2006/main" w="9525">
            <a:solidFill>
              <a:srgbClr val="7964FF"/>
            </a:solid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66668bc4ed049f6"/>
          <a:stretch xmlns:a="http://schemas.openxmlformats.org/drawingml/2006/main"/>
        </p:blipFill>
        <p:spPr>
          <a:xfrm xmlns:a="http://schemas.openxmlformats.org/drawingml/2006/main">
            <a:off x="8801100" y="2171700"/>
            <a:ext cx="1619250" cy="1619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8DE9E01-2D04-41DC-B03D-FCA3290CFC06}"/>
              </a:ext>
            </a:extLst>
          </p:cNvPr>
          <p:cNvSpPr>
            <a:spLocks xmlns:a="http://schemas.openxmlformats.org/drawingml/2006/main" noGrp="1"/>
          </p:cNvSpPr>
          <p:nvPr/>
        </p:nvSpPr>
        <p:spPr>
          <a:xfrm xmlns:a="http://schemas.openxmlformats.org/drawingml/2006/main">
            <a:off x="704850" y="55626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A9B7"/>
                </a:solidFill>
                <a:latin typeface="Arial"/>
                <a:ea typeface="Arial"/>
                <a:cs typeface="Arial"/>
              </a:defRPr>
            </a:pPr>
            <a:r>
              <a:rPr sz="1425" b="0">
                <a:solidFill>
                  <a:srgbClr val="A4A9B7"/>
                </a:solidFill>
                <a:latin typeface="Arial"/>
                <a:ea typeface="Arial"/>
                <a:cs typeface="Arial"/>
              </a:rPr>
              <a:t>8 semaines</a:t>
            </a:r>
          </a:p>
        </p:txBody>
      </p:sp>
      <p:sp>
        <p:nvSpPr>
          <p:cNvPr id="10" name="">
            <a:extLst xmlns:a="http://schemas.openxmlformats.org/drawingml/2006/main">
              <a:ext uri="{FF2B5EF4-FFF2-40B4-BE49-F238E27FC236}">
                <a16:creationId xmlns:a16="http://schemas.microsoft.com/office/drawing/2014/main" id="{F9CE5BE1-3550-4963-9A7E-12C9A18BE2D1}"/>
              </a:ext>
            </a:extLst>
          </p:cNvPr>
          <p:cNvSpPr>
            <a:spLocks xmlns:a="http://schemas.openxmlformats.org/drawingml/2006/main" noGrp="1"/>
          </p:cNvSpPr>
          <p:nvPr/>
        </p:nvSpPr>
        <p:spPr>
          <a:xfrm xmlns:a="http://schemas.openxmlformats.org/drawingml/2006/main">
            <a:off x="3009900" y="55626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A9B7"/>
                </a:solidFill>
                <a:latin typeface="Arial"/>
                <a:ea typeface="Arial"/>
                <a:cs typeface="Arial"/>
              </a:defRPr>
            </a:pPr>
            <a:r>
              <a:rPr sz="1425" b="0">
                <a:solidFill>
                  <a:srgbClr val="A4A9B7"/>
                </a:solidFill>
                <a:latin typeface="Arial"/>
                <a:ea typeface="Arial"/>
                <a:cs typeface="Arial"/>
              </a:rPr>
              <a:t>2 objectifs</a:t>
            </a:r>
          </a:p>
        </p:txBody>
      </p:sp>
      <p:sp>
        <p:nvSpPr>
          <p:cNvPr id="11" name="">
            <a:extLst xmlns:a="http://schemas.openxmlformats.org/drawingml/2006/main">
              <a:ext uri="{FF2B5EF4-FFF2-40B4-BE49-F238E27FC236}">
                <a16:creationId xmlns:a16="http://schemas.microsoft.com/office/drawing/2014/main" id="{30C5AF28-DBAC-4234-A7C8-DBBD519649FE}"/>
              </a:ext>
            </a:extLst>
          </p:cNvPr>
          <p:cNvSpPr>
            <a:spLocks xmlns:a="http://schemas.openxmlformats.org/drawingml/2006/main" noGrp="1"/>
          </p:cNvSpPr>
          <p:nvPr/>
        </p:nvSpPr>
        <p:spPr>
          <a:xfrm xmlns:a="http://schemas.openxmlformats.org/drawingml/2006/main">
            <a:off x="5314950" y="55626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A9B7"/>
                </a:solidFill>
                <a:latin typeface="Arial"/>
                <a:ea typeface="Arial"/>
                <a:cs typeface="Arial"/>
              </a:defRPr>
            </a:pPr>
            <a:r>
              <a:rPr sz="1425" b="0">
                <a:solidFill>
                  <a:srgbClr val="A4A9B7"/>
                </a:solidFill>
                <a:latin typeface="Arial"/>
                <a:ea typeface="Arial"/>
                <a:cs typeface="Arial"/>
              </a:rPr>
              <a:t>des preuves concrètes</a:t>
            </a:r>
          </a:p>
        </p:txBody>
      </p:sp>
    </p:spTree>
    <p:extLst>
      <p:ext uri="{BB962C8B-B14F-4D97-AF65-F5344CB8AC3E}">
        <p14:creationId xmlns:p14="http://schemas.microsoft.com/office/powerpoint/2010/main" val="790803842"/>
      </p:ext>
    </p:extLst>
  </p:cSld>
</p:sld>
</file>

<file path=ppt/slides/slide2.xml><?xml version="1.0" encoding="utf-8"?>
<p:sld xmlns:p="http://schemas.openxmlformats.org/presentationml/2006/main">
  <p:cSld>
    <p:bg>
      <p:bgPr>
        <a:solidFill xmlns:a="http://schemas.openxmlformats.org/drawingml/2006/main">
          <a:srgbClr val="05060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7D1EB2-66A2-4CF8-9AFF-961B9436C5BF}"/>
              </a:ext>
            </a:extLst>
          </p:cNvPr>
          <p:cNvSpPr>
            <a:spLocks xmlns:a="http://schemas.openxmlformats.org/drawingml/2006/main" noGrp="1"/>
          </p:cNvSpPr>
          <p:nvPr/>
        </p:nvSpPr>
        <p:spPr>
          <a:xfrm xmlns:a="http://schemas.openxmlformats.org/drawingml/2006/main">
            <a:off x="666750" y="9334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F3F1EB"/>
                </a:solidFill>
                <a:latin typeface="Arial"/>
                <a:ea typeface="Arial"/>
                <a:cs typeface="Arial"/>
              </a:defRPr>
            </a:pPr>
            <a:r>
              <a:rPr sz="3300" b="1">
                <a:solidFill>
                  <a:srgbClr val="F3F1EB"/>
                </a:solidFill>
                <a:latin typeface="Arial"/>
                <a:ea typeface="Arial"/>
                <a:cs typeface="Arial"/>
              </a:rPr>
              <a:t>Le choix</a:t>
            </a:r>
          </a:p>
        </p:txBody>
      </p:sp>
      <p:sp>
        <p:nvSpPr>
          <p:cNvPr id="2" name="">
            <a:extLst xmlns:a="http://schemas.openxmlformats.org/drawingml/2006/main">
              <a:ext uri="{FF2B5EF4-FFF2-40B4-BE49-F238E27FC236}">
                <a16:creationId xmlns:a16="http://schemas.microsoft.com/office/drawing/2014/main" id="{952AF704-CC80-4795-80E5-347EEDC70324}"/>
              </a:ext>
            </a:extLst>
          </p:cNvPr>
          <p:cNvSpPr>
            <a:spLocks xmlns:a="http://schemas.openxmlformats.org/drawingml/2006/main" noGrp="1"/>
          </p:cNvSpPr>
          <p:nvPr/>
        </p:nvSpPr>
        <p:spPr>
          <a:xfrm xmlns:a="http://schemas.openxmlformats.org/drawingml/2006/main">
            <a:off x="685800" y="21336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800" b="1">
                <a:solidFill>
                  <a:srgbClr val="A699FF"/>
                </a:solidFill>
                <a:latin typeface="Arial"/>
                <a:ea typeface="Arial"/>
                <a:cs typeface="Arial"/>
              </a:defRPr>
            </a:pPr>
            <a:r>
              <a:rPr sz="4800" b="1">
                <a:solidFill>
                  <a:srgbClr val="A699FF"/>
                </a:solidFill>
                <a:latin typeface="Arial"/>
                <a:ea typeface="Arial"/>
                <a:cs typeface="Arial"/>
              </a:rPr>
              <a:t>TERRAIN</a:t>
            </a:r>
          </a:p>
        </p:txBody>
      </p:sp>
      <p:sp>
        <p:nvSpPr>
          <p:cNvPr id="3" name="">
            <a:extLst xmlns:a="http://schemas.openxmlformats.org/drawingml/2006/main">
              <a:ext uri="{FF2B5EF4-FFF2-40B4-BE49-F238E27FC236}">
                <a16:creationId xmlns:a16="http://schemas.microsoft.com/office/drawing/2014/main" id="{977EEC0D-857E-4EA4-89B9-4CB338B3D292}"/>
              </a:ext>
            </a:extLst>
          </p:cNvPr>
          <p:cNvSpPr>
            <a:spLocks xmlns:a="http://schemas.openxmlformats.org/drawingml/2006/main" noGrp="1"/>
          </p:cNvSpPr>
          <p:nvPr/>
        </p:nvSpPr>
        <p:spPr>
          <a:xfrm xmlns:a="http://schemas.openxmlformats.org/drawingml/2006/main">
            <a:off x="723900" y="312420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3F1EB"/>
                </a:solidFill>
                <a:latin typeface="Arial"/>
                <a:ea typeface="Arial"/>
                <a:cs typeface="Arial"/>
              </a:defRPr>
            </a:pPr>
            <a:r>
              <a:rPr sz="1875" b="1">
                <a:solidFill>
                  <a:srgbClr val="F3F1EB"/>
                </a:solidFill>
                <a:latin typeface="Arial"/>
                <a:ea typeface="Arial"/>
                <a:cs typeface="Arial"/>
              </a:rPr>
              <a:t>Un partenaire métier</a:t>
            </a:r>
          </a:p>
        </p:txBody>
      </p:sp>
      <p:sp>
        <p:nvSpPr>
          <p:cNvPr id="4" name="">
            <a:extLst xmlns:a="http://schemas.openxmlformats.org/drawingml/2006/main">
              <a:ext uri="{FF2B5EF4-FFF2-40B4-BE49-F238E27FC236}">
                <a16:creationId xmlns:a16="http://schemas.microsoft.com/office/drawing/2014/main" id="{C3B45235-DA5D-4C0F-B5BA-027285383608}"/>
              </a:ext>
            </a:extLst>
          </p:cNvPr>
          <p:cNvSpPr>
            <a:spLocks xmlns:a="http://schemas.openxmlformats.org/drawingml/2006/main" noGrp="1"/>
          </p:cNvSpPr>
          <p:nvPr/>
        </p:nvSpPr>
        <p:spPr>
          <a:xfrm xmlns:a="http://schemas.openxmlformats.org/drawingml/2006/main">
            <a:off x="723900" y="3676650"/>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Un lieu, un festival ou un prestataire</a:t>
            </a:r>
          </a:p>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nous donne une situation réelle à tester.</a:t>
            </a:r>
          </a:p>
        </p:txBody>
      </p:sp>
      <p:sp>
        <p:nvSpPr>
          <p:cNvPr id="5" name="">
            <a:extLst xmlns:a="http://schemas.openxmlformats.org/drawingml/2006/main">
              <a:ext uri="{FF2B5EF4-FFF2-40B4-BE49-F238E27FC236}">
                <a16:creationId xmlns:a16="http://schemas.microsoft.com/office/drawing/2014/main" id="{78241D2A-C73D-461A-B619-A29B48486F1A}"/>
              </a:ext>
            </a:extLst>
          </p:cNvPr>
          <p:cNvSpPr>
            <a:spLocks xmlns:a="http://schemas.openxmlformats.org/drawingml/2006/main" noGrp="1"/>
          </p:cNvSpPr>
          <p:nvPr/>
        </p:nvSpPr>
        <p:spPr>
          <a:xfrm xmlns:a="http://schemas.openxmlformats.org/drawingml/2006/main">
            <a:off x="5715000" y="2705100"/>
            <a:ext cx="762000" cy="762000"/>
          </a:xfrm>
          <a:prstGeom xmlns:a="http://schemas.openxmlformats.org/drawingml/2006/main" prst="ellipse">
            <a:avLst/>
          </a:prstGeom>
          <a:ln xmlns:a="http://schemas.openxmlformats.org/drawingml/2006/main" w="9525">
            <a:solidFill>
              <a:srgbClr val="252B3A"/>
            </a:solidFill>
          </a:ln>
        </p:spPr>
        <p:txBody>
          <a:bodyPr xmlns:a="http://schemas.openxmlformats.org/drawingml/2006/main" anchor="ctr"/>
          <a:lstStyle xmlns:a="http://schemas.openxmlformats.org/drawingml/2006/main"/>
          <a:p xmlns:a="http://schemas.openxmlformats.org/drawingml/2006/main">
            <a:pPr algn="ctr">
              <a:defRPr sz="3150" b="1">
                <a:solidFill>
                  <a:srgbClr val="F3F1EB"/>
                </a:solidFill>
                <a:latin typeface="Arial"/>
                <a:ea typeface="Arial"/>
                <a:cs typeface="Arial"/>
              </a:defRPr>
            </a:pPr>
            <a:r>
              <a:rPr sz="3150" b="1">
                <a:solidFill>
                  <a:srgbClr val="F3F1EB"/>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1300ACE2-E312-4E07-9633-1F2FC839DF0D}"/>
              </a:ext>
            </a:extLst>
          </p:cNvPr>
          <p:cNvSpPr>
            <a:spLocks xmlns:a="http://schemas.openxmlformats.org/drawingml/2006/main" noGrp="1"/>
          </p:cNvSpPr>
          <p:nvPr/>
        </p:nvSpPr>
        <p:spPr>
          <a:xfrm xmlns:a="http://schemas.openxmlformats.org/drawingml/2006/main">
            <a:off x="6991350" y="2133600"/>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800" b="1">
                <a:solidFill>
                  <a:srgbClr val="3977FF"/>
                </a:solidFill>
                <a:latin typeface="Arial"/>
                <a:ea typeface="Arial"/>
                <a:cs typeface="Arial"/>
              </a:defRPr>
            </a:pPr>
            <a:r>
              <a:rPr sz="4800" b="1">
                <a:solidFill>
                  <a:srgbClr val="3977FF"/>
                </a:solidFill>
                <a:latin typeface="Arial"/>
                <a:ea typeface="Arial"/>
                <a:cs typeface="Arial"/>
              </a:rPr>
              <a:t>USAGE</a:t>
            </a:r>
          </a:p>
        </p:txBody>
      </p:sp>
      <p:sp>
        <p:nvSpPr>
          <p:cNvPr id="7" name="">
            <a:extLst xmlns:a="http://schemas.openxmlformats.org/drawingml/2006/main">
              <a:ext uri="{FF2B5EF4-FFF2-40B4-BE49-F238E27FC236}">
                <a16:creationId xmlns:a16="http://schemas.microsoft.com/office/drawing/2014/main" id="{BA3EC1BB-B298-4EFF-93C8-F50A6CE48F33}"/>
              </a:ext>
            </a:extLst>
          </p:cNvPr>
          <p:cNvSpPr>
            <a:spLocks xmlns:a="http://schemas.openxmlformats.org/drawingml/2006/main" noGrp="1"/>
          </p:cNvSpPr>
          <p:nvPr/>
        </p:nvSpPr>
        <p:spPr>
          <a:xfrm xmlns:a="http://schemas.openxmlformats.org/drawingml/2006/main">
            <a:off x="7029450" y="3124200"/>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3F1EB"/>
                </a:solidFill>
                <a:latin typeface="Arial"/>
                <a:ea typeface="Arial"/>
                <a:cs typeface="Arial"/>
              </a:defRPr>
            </a:pPr>
            <a:r>
              <a:rPr sz="1875" b="1">
                <a:solidFill>
                  <a:srgbClr val="F3F1EB"/>
                </a:solidFill>
                <a:latin typeface="Arial"/>
                <a:ea typeface="Arial"/>
                <a:cs typeface="Arial"/>
              </a:rPr>
              <a:t>Des utilisateurs externes</a:t>
            </a:r>
          </a:p>
        </p:txBody>
      </p:sp>
      <p:sp>
        <p:nvSpPr>
          <p:cNvPr id="8" name="">
            <a:extLst xmlns:a="http://schemas.openxmlformats.org/drawingml/2006/main">
              <a:ext uri="{FF2B5EF4-FFF2-40B4-BE49-F238E27FC236}">
                <a16:creationId xmlns:a16="http://schemas.microsoft.com/office/drawing/2014/main" id="{59669E40-E091-42E2-894D-15DB43B417B2}"/>
              </a:ext>
            </a:extLst>
          </p:cNvPr>
          <p:cNvSpPr>
            <a:spLocks xmlns:a="http://schemas.openxmlformats.org/drawingml/2006/main" noGrp="1"/>
          </p:cNvSpPr>
          <p:nvPr/>
        </p:nvSpPr>
        <p:spPr>
          <a:xfrm xmlns:a="http://schemas.openxmlformats.org/drawingml/2006/main">
            <a:off x="7029450" y="3676650"/>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Des régisseurs et techniciens testent StageOps</a:t>
            </a:r>
          </a:p>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et nous disent ce qui bloque vraiment.</a:t>
            </a:r>
          </a:p>
        </p:txBody>
      </p:sp>
      <p:sp>
        <p:nvSpPr>
          <p:cNvPr id="9" name="">
            <a:extLst xmlns:a="http://schemas.openxmlformats.org/drawingml/2006/main">
              <a:ext uri="{FF2B5EF4-FFF2-40B4-BE49-F238E27FC236}">
                <a16:creationId xmlns:a16="http://schemas.microsoft.com/office/drawing/2014/main" id="{8DF78C43-15AD-42CE-A068-8D74772590F9}"/>
              </a:ext>
            </a:extLst>
          </p:cNvPr>
          <p:cNvSpPr>
            <a:spLocks xmlns:a="http://schemas.openxmlformats.org/drawingml/2006/main" noGrp="1"/>
          </p:cNvSpPr>
          <p:nvPr/>
        </p:nvSpPr>
        <p:spPr>
          <a:xfrm xmlns:a="http://schemas.openxmlformats.org/drawingml/2006/main">
            <a:off x="685800" y="5143500"/>
            <a:ext cx="10820400" cy="9525"/>
          </a:xfrm>
          <a:prstGeom xmlns:a="http://schemas.openxmlformats.org/drawingml/2006/main" prst="line">
            <a:avLst/>
          </a:prstGeom>
          <a:noFill xmlns:a="http://schemas.openxmlformats.org/drawingml/2006/main"/>
          <a:ln xmlns:a="http://schemas.openxmlformats.org/drawingml/2006/main" w="19050">
            <a:solidFill>
              <a:srgbClr val="252B3A"/>
            </a:solidFill>
          </a:ln>
        </p:spPr>
      </p:sp>
      <p:sp>
        <p:nvSpPr>
          <p:cNvPr id="10" name="">
            <a:extLst xmlns:a="http://schemas.openxmlformats.org/drawingml/2006/main">
              <a:ext uri="{FF2B5EF4-FFF2-40B4-BE49-F238E27FC236}">
                <a16:creationId xmlns:a16="http://schemas.microsoft.com/office/drawing/2014/main" id="{5C45F99D-ACD8-4290-8922-5E78198C85A9}"/>
              </a:ext>
            </a:extLst>
          </p:cNvPr>
          <p:cNvSpPr>
            <a:spLocks xmlns:a="http://schemas.openxmlformats.org/drawingml/2006/main" noGrp="1"/>
          </p:cNvSpPr>
          <p:nvPr/>
        </p:nvSpPr>
        <p:spPr>
          <a:xfrm xmlns:a="http://schemas.openxmlformats.org/drawingml/2006/main">
            <a:off x="685800" y="5353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A699FF"/>
                </a:solidFill>
                <a:latin typeface="Arial"/>
                <a:ea typeface="Arial"/>
                <a:cs typeface="Arial"/>
              </a:defRPr>
            </a:pPr>
            <a:r>
              <a:rPr sz="1575" b="1">
                <a:solidFill>
                  <a:srgbClr val="A699FF"/>
                </a:solidFill>
                <a:latin typeface="Arial"/>
                <a:ea typeface="Arial"/>
                <a:cs typeface="Arial"/>
              </a:rPr>
              <a:t>Le partenaire ouvre le terrain</a:t>
            </a:r>
          </a:p>
        </p:txBody>
      </p:sp>
      <p:sp>
        <p:nvSpPr>
          <p:cNvPr id="11" name="">
            <a:extLst xmlns:a="http://schemas.openxmlformats.org/drawingml/2006/main">
              <a:ext uri="{FF2B5EF4-FFF2-40B4-BE49-F238E27FC236}">
                <a16:creationId xmlns:a16="http://schemas.microsoft.com/office/drawing/2014/main" id="{BF7F77E8-B514-4B53-9D4F-7F63AFB37D78}"/>
              </a:ext>
            </a:extLst>
          </p:cNvPr>
          <p:cNvSpPr>
            <a:spLocks xmlns:a="http://schemas.openxmlformats.org/drawingml/2006/main" noGrp="1"/>
          </p:cNvSpPr>
          <p:nvPr/>
        </p:nvSpPr>
        <p:spPr>
          <a:xfrm xmlns:a="http://schemas.openxmlformats.org/drawingml/2006/main">
            <a:off x="6743700" y="5353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575" b="1">
                <a:solidFill>
                  <a:srgbClr val="3977FF"/>
                </a:solidFill>
                <a:latin typeface="Arial"/>
                <a:ea typeface="Arial"/>
                <a:cs typeface="Arial"/>
              </a:defRPr>
            </a:pPr>
            <a:r>
              <a:rPr sz="1575" b="1">
                <a:solidFill>
                  <a:srgbClr val="3977FF"/>
                </a:solidFill>
                <a:latin typeface="Arial"/>
                <a:ea typeface="Arial"/>
                <a:cs typeface="Arial"/>
              </a:rPr>
              <a:t>Les utilisateurs guident le produit</a:t>
            </a:r>
          </a:p>
        </p:txBody>
      </p:sp>
    </p:spTree>
    <p:extLst>
      <p:ext uri="{BB962C8B-B14F-4D97-AF65-F5344CB8AC3E}">
        <p14:creationId xmlns:p14="http://schemas.microsoft.com/office/powerpoint/2010/main" val="552193106"/>
      </p:ext>
    </p:extLst>
  </p:cSld>
</p:sld>
</file>

<file path=ppt/slides/slide3.xml><?xml version="1.0" encoding="utf-8"?>
<p:sld xmlns:p="http://schemas.openxmlformats.org/presentationml/2006/main">
  <p:cSld>
    <p:bg>
      <p:bgPr>
        <a:solidFill xmlns:a="http://schemas.openxmlformats.org/drawingml/2006/main">
          <a:srgbClr val="05060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E314629-3B2F-42B9-8947-8685D07AEC49}"/>
              </a:ext>
            </a:extLst>
          </p:cNvPr>
          <p:cNvSpPr>
            <a:spLocks xmlns:a="http://schemas.openxmlformats.org/drawingml/2006/main" noGrp="1"/>
          </p:cNvSpPr>
          <p:nvPr/>
        </p:nvSpPr>
        <p:spPr>
          <a:xfrm xmlns:a="http://schemas.openxmlformats.org/drawingml/2006/main">
            <a:off x="666750" y="9334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F3F1EB"/>
                </a:solidFill>
                <a:latin typeface="Arial"/>
                <a:ea typeface="Arial"/>
                <a:cs typeface="Arial"/>
              </a:defRPr>
            </a:pPr>
            <a:r>
              <a:rPr sz="3300" b="1">
                <a:solidFill>
                  <a:srgbClr val="F3F1EB"/>
                </a:solidFill>
                <a:latin typeface="Arial"/>
                <a:ea typeface="Arial"/>
                <a:cs typeface="Arial"/>
              </a:rPr>
              <a:t>Partenaire terrain</a:t>
            </a:r>
          </a:p>
        </p:txBody>
      </p:sp>
      <p:sp>
        <p:nvSpPr>
          <p:cNvPr id="2" name="">
            <a:extLst xmlns:a="http://schemas.openxmlformats.org/drawingml/2006/main">
              <a:ext uri="{FF2B5EF4-FFF2-40B4-BE49-F238E27FC236}">
                <a16:creationId xmlns:a16="http://schemas.microsoft.com/office/drawing/2014/main" id="{6401005A-E6FD-450B-A75C-40989669C2E9}"/>
              </a:ext>
            </a:extLst>
          </p:cNvPr>
          <p:cNvSpPr>
            <a:spLocks xmlns:a="http://schemas.openxmlformats.org/drawingml/2006/main" noGrp="1"/>
          </p:cNvSpPr>
          <p:nvPr/>
        </p:nvSpPr>
        <p:spPr>
          <a:xfrm xmlns:a="http://schemas.openxmlformats.org/drawingml/2006/main">
            <a:off x="666750" y="1752600"/>
            <a:ext cx="238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900" b="1">
                <a:solidFill>
                  <a:srgbClr val="7964FF"/>
                </a:solidFill>
                <a:latin typeface="Arial"/>
                <a:ea typeface="Arial"/>
                <a:cs typeface="Arial"/>
              </a:defRPr>
            </a:pPr>
            <a:r>
              <a:rPr sz="9900" b="1">
                <a:solidFill>
                  <a:srgbClr val="7964FF"/>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F042144-DE42-46B6-96F6-07FF3476729A}"/>
              </a:ext>
            </a:extLst>
          </p:cNvPr>
          <p:cNvSpPr>
            <a:spLocks xmlns:a="http://schemas.openxmlformats.org/drawingml/2006/main" noGrp="1"/>
          </p:cNvSpPr>
          <p:nvPr/>
        </p:nvSpPr>
        <p:spPr>
          <a:xfrm xmlns:a="http://schemas.openxmlformats.org/drawingml/2006/main">
            <a:off x="3714750" y="192405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1EB"/>
                </a:solidFill>
                <a:latin typeface="Arial"/>
                <a:ea typeface="Arial"/>
                <a:cs typeface="Arial"/>
              </a:defRPr>
            </a:pPr>
            <a:r>
              <a:rPr sz="2400" b="1">
                <a:solidFill>
                  <a:srgbClr val="F3F1EB"/>
                </a:solidFill>
                <a:latin typeface="Arial"/>
                <a:ea typeface="Arial"/>
                <a:cs typeface="Arial"/>
              </a:rPr>
              <a:t>Cibler</a:t>
            </a:r>
          </a:p>
        </p:txBody>
      </p:sp>
      <p:sp>
        <p:nvSpPr>
          <p:cNvPr id="4" name="">
            <a:extLst xmlns:a="http://schemas.openxmlformats.org/drawingml/2006/main">
              <a:ext uri="{FF2B5EF4-FFF2-40B4-BE49-F238E27FC236}">
                <a16:creationId xmlns:a16="http://schemas.microsoft.com/office/drawing/2014/main" id="{947E398E-3EC4-4AD4-9BDE-F3998A14B7E3}"/>
              </a:ext>
            </a:extLst>
          </p:cNvPr>
          <p:cNvSpPr>
            <a:spLocks xmlns:a="http://schemas.openxmlformats.org/drawingml/2006/main" noGrp="1"/>
          </p:cNvSpPr>
          <p:nvPr/>
        </p:nvSpPr>
        <p:spPr>
          <a:xfrm xmlns:a="http://schemas.openxmlformats.org/drawingml/2006/main">
            <a:off x="3714750" y="2381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A9B7"/>
                </a:solidFill>
                <a:latin typeface="Arial"/>
                <a:ea typeface="Arial"/>
                <a:cs typeface="Arial"/>
              </a:defRPr>
            </a:pPr>
            <a:r>
              <a:rPr sz="1425" b="0">
                <a:solidFill>
                  <a:srgbClr val="A4A9B7"/>
                </a:solidFill>
                <a:latin typeface="Arial"/>
                <a:ea typeface="Arial"/>
                <a:cs typeface="Arial"/>
              </a:rPr>
              <a:t>théâtre, festival, école ou prestataire</a:t>
            </a:r>
          </a:p>
        </p:txBody>
      </p:sp>
      <p:sp>
        <p:nvSpPr>
          <p:cNvPr id="5" name="">
            <a:extLst xmlns:a="http://schemas.openxmlformats.org/drawingml/2006/main">
              <a:ext uri="{FF2B5EF4-FFF2-40B4-BE49-F238E27FC236}">
                <a16:creationId xmlns:a16="http://schemas.microsoft.com/office/drawing/2014/main" id="{962C89C4-E988-4948-A11A-703BB0600233}"/>
              </a:ext>
            </a:extLst>
          </p:cNvPr>
          <p:cNvSpPr>
            <a:spLocks xmlns:a="http://schemas.openxmlformats.org/drawingml/2006/main" noGrp="1"/>
          </p:cNvSpPr>
          <p:nvPr/>
        </p:nvSpPr>
        <p:spPr>
          <a:xfrm xmlns:a="http://schemas.openxmlformats.org/drawingml/2006/main">
            <a:off x="3714750" y="2933700"/>
            <a:ext cx="7048500" cy="9525"/>
          </a:xfrm>
          <a:prstGeom xmlns:a="http://schemas.openxmlformats.org/drawingml/2006/main" prst="line">
            <a:avLst/>
          </a:prstGeom>
          <a:noFill xmlns:a="http://schemas.openxmlformats.org/drawingml/2006/main"/>
          <a:ln xmlns:a="http://schemas.openxmlformats.org/drawingml/2006/main" w="19050">
            <a:solidFill>
              <a:srgbClr val="252B3A"/>
            </a:solidFill>
          </a:ln>
        </p:spPr>
      </p:sp>
      <p:sp>
        <p:nvSpPr>
          <p:cNvPr id="6" name="">
            <a:extLst xmlns:a="http://schemas.openxmlformats.org/drawingml/2006/main">
              <a:ext uri="{FF2B5EF4-FFF2-40B4-BE49-F238E27FC236}">
                <a16:creationId xmlns:a16="http://schemas.microsoft.com/office/drawing/2014/main" id="{26B4256A-EB7E-4164-A29A-44A8FAF858E8}"/>
              </a:ext>
            </a:extLst>
          </p:cNvPr>
          <p:cNvSpPr>
            <a:spLocks xmlns:a="http://schemas.openxmlformats.org/drawingml/2006/main" noGrp="1"/>
          </p:cNvSpPr>
          <p:nvPr/>
        </p:nvSpPr>
        <p:spPr>
          <a:xfrm xmlns:a="http://schemas.openxmlformats.org/drawingml/2006/main">
            <a:off x="3714750" y="31432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A699FF"/>
                </a:solidFill>
                <a:latin typeface="Arial"/>
                <a:ea typeface="Arial"/>
                <a:cs typeface="Arial"/>
              </a:defRPr>
            </a:pPr>
            <a:r>
              <a:rPr sz="1800" b="1">
                <a:solidFill>
                  <a:srgbClr val="A699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EEBB29B-9E2D-4B6D-B67C-EC1DEEACDF32}"/>
              </a:ext>
            </a:extLst>
          </p:cNvPr>
          <p:cNvSpPr>
            <a:spLocks xmlns:a="http://schemas.openxmlformats.org/drawingml/2006/main" noGrp="1"/>
          </p:cNvSpPr>
          <p:nvPr/>
        </p:nvSpPr>
        <p:spPr>
          <a:xfrm xmlns:a="http://schemas.openxmlformats.org/drawingml/2006/main">
            <a:off x="4591050" y="31432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F3F1EB"/>
                </a:solidFill>
                <a:latin typeface="Arial"/>
                <a:ea typeface="Arial"/>
                <a:cs typeface="Arial"/>
              </a:defRPr>
            </a:pPr>
            <a:r>
              <a:rPr sz="2100" b="1">
                <a:solidFill>
                  <a:srgbClr val="F3F1EB"/>
                </a:solidFill>
                <a:latin typeface="Arial"/>
                <a:ea typeface="Arial"/>
                <a:cs typeface="Arial"/>
              </a:rPr>
              <a:t>Contacter 5 structures</a:t>
            </a:r>
          </a:p>
        </p:txBody>
      </p:sp>
      <p:sp>
        <p:nvSpPr>
          <p:cNvPr id="8" name="">
            <a:extLst xmlns:a="http://schemas.openxmlformats.org/drawingml/2006/main">
              <a:ext uri="{FF2B5EF4-FFF2-40B4-BE49-F238E27FC236}">
                <a16:creationId xmlns:a16="http://schemas.microsoft.com/office/drawing/2014/main" id="{3D5DC456-5D82-412F-BB66-029206D691AE}"/>
              </a:ext>
            </a:extLst>
          </p:cNvPr>
          <p:cNvSpPr>
            <a:spLocks xmlns:a="http://schemas.openxmlformats.org/drawingml/2006/main" noGrp="1"/>
          </p:cNvSpPr>
          <p:nvPr/>
        </p:nvSpPr>
        <p:spPr>
          <a:xfrm xmlns:a="http://schemas.openxmlformats.org/drawingml/2006/main">
            <a:off x="3714750" y="37909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A699FF"/>
                </a:solidFill>
                <a:latin typeface="Arial"/>
                <a:ea typeface="Arial"/>
                <a:cs typeface="Arial"/>
              </a:defRPr>
            </a:pPr>
            <a:r>
              <a:rPr sz="1800" b="1">
                <a:solidFill>
                  <a:srgbClr val="A699F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6B3DA13B-CEAB-4D04-84E6-985B5FA0C91F}"/>
              </a:ext>
            </a:extLst>
          </p:cNvPr>
          <p:cNvSpPr>
            <a:spLocks xmlns:a="http://schemas.openxmlformats.org/drawingml/2006/main" noGrp="1"/>
          </p:cNvSpPr>
          <p:nvPr/>
        </p:nvSpPr>
        <p:spPr>
          <a:xfrm xmlns:a="http://schemas.openxmlformats.org/drawingml/2006/main">
            <a:off x="4591050" y="37909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F3F1EB"/>
                </a:solidFill>
                <a:latin typeface="Arial"/>
                <a:ea typeface="Arial"/>
                <a:cs typeface="Arial"/>
              </a:defRPr>
            </a:pPr>
            <a:r>
              <a:rPr sz="2100" b="1">
                <a:solidFill>
                  <a:srgbClr val="F3F1EB"/>
                </a:solidFill>
                <a:latin typeface="Arial"/>
                <a:ea typeface="Arial"/>
                <a:cs typeface="Arial"/>
              </a:rPr>
              <a:t>Proposer un test simple</a:t>
            </a:r>
          </a:p>
        </p:txBody>
      </p:sp>
      <p:sp>
        <p:nvSpPr>
          <p:cNvPr id="10" name="">
            <a:extLst xmlns:a="http://schemas.openxmlformats.org/drawingml/2006/main">
              <a:ext uri="{FF2B5EF4-FFF2-40B4-BE49-F238E27FC236}">
                <a16:creationId xmlns:a16="http://schemas.microsoft.com/office/drawing/2014/main" id="{3B7700FD-7D94-49AE-8A95-461C82BD786F}"/>
              </a:ext>
            </a:extLst>
          </p:cNvPr>
          <p:cNvSpPr>
            <a:spLocks xmlns:a="http://schemas.openxmlformats.org/drawingml/2006/main" noGrp="1"/>
          </p:cNvSpPr>
          <p:nvPr/>
        </p:nvSpPr>
        <p:spPr>
          <a:xfrm xmlns:a="http://schemas.openxmlformats.org/drawingml/2006/main">
            <a:off x="3714750" y="44386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22C55E"/>
                </a:solidFill>
                <a:latin typeface="Arial"/>
                <a:ea typeface="Arial"/>
                <a:cs typeface="Arial"/>
              </a:defRPr>
            </a:pPr>
            <a:r>
              <a:rPr sz="1800" b="1">
                <a:solidFill>
                  <a:srgbClr val="22C55E"/>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9BACDC75-9556-4525-8B41-A4C931EFBC85}"/>
              </a:ext>
            </a:extLst>
          </p:cNvPr>
          <p:cNvSpPr>
            <a:spLocks xmlns:a="http://schemas.openxmlformats.org/drawingml/2006/main" noGrp="1"/>
          </p:cNvSpPr>
          <p:nvPr/>
        </p:nvSpPr>
        <p:spPr>
          <a:xfrm xmlns:a="http://schemas.openxmlformats.org/drawingml/2006/main">
            <a:off x="4591050" y="4438650"/>
            <a:ext cx="600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F3F1EB"/>
                </a:solidFill>
                <a:latin typeface="Arial"/>
                <a:ea typeface="Arial"/>
                <a:cs typeface="Arial"/>
              </a:defRPr>
            </a:pPr>
            <a:r>
              <a:rPr sz="2100" b="1">
                <a:solidFill>
                  <a:srgbClr val="F3F1EB"/>
                </a:solidFill>
                <a:latin typeface="Arial"/>
                <a:ea typeface="Arial"/>
                <a:cs typeface="Arial"/>
              </a:rPr>
              <a:t>Obtenir un accord et un retour</a:t>
            </a:r>
          </a:p>
        </p:txBody>
      </p:sp>
      <p:sp>
        <p:nvSpPr>
          <p:cNvPr id="12" name="">
            <a:extLst xmlns:a="http://schemas.openxmlformats.org/drawingml/2006/main">
              <a:ext uri="{FF2B5EF4-FFF2-40B4-BE49-F238E27FC236}">
                <a16:creationId xmlns:a16="http://schemas.microsoft.com/office/drawing/2014/main" id="{FA1FABA5-AF80-4E04-967C-2FD3D482FD65}"/>
              </a:ext>
            </a:extLst>
          </p:cNvPr>
          <p:cNvSpPr>
            <a:spLocks xmlns:a="http://schemas.openxmlformats.org/drawingml/2006/main" noGrp="1"/>
          </p:cNvSpPr>
          <p:nvPr/>
        </p:nvSpPr>
        <p:spPr>
          <a:xfrm xmlns:a="http://schemas.openxmlformats.org/drawingml/2006/main">
            <a:off x="666750" y="5600700"/>
            <a:ext cx="10858500" cy="38100"/>
          </a:xfrm>
          <a:prstGeom xmlns:a="http://schemas.openxmlformats.org/drawingml/2006/main" prst="rect">
            <a:avLst/>
          </a:prstGeom>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3BF8BA5-F2DE-4F9C-ADDE-BB0ADB0D8235}"/>
              </a:ext>
            </a:extLst>
          </p:cNvPr>
          <p:cNvSpPr>
            <a:spLocks xmlns:a="http://schemas.openxmlformats.org/drawingml/2006/main" noGrp="1"/>
          </p:cNvSpPr>
          <p:nvPr/>
        </p:nvSpPr>
        <p:spPr>
          <a:xfrm xmlns:a="http://schemas.openxmlformats.org/drawingml/2006/main">
            <a:off x="666750" y="58293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A699FF"/>
                </a:solidFill>
                <a:latin typeface="Arial"/>
                <a:ea typeface="Arial"/>
                <a:cs typeface="Arial"/>
              </a:defRPr>
            </a:pPr>
            <a:r>
              <a:rPr sz="1200" b="1">
                <a:solidFill>
                  <a:srgbClr val="A699FF"/>
                </a:solidFill>
                <a:latin typeface="Arial"/>
                <a:ea typeface="Arial"/>
                <a:cs typeface="Arial"/>
              </a:rPr>
              <a:t>RÉSULTAT</a:t>
            </a:r>
          </a:p>
        </p:txBody>
      </p:sp>
      <p:sp>
        <p:nvSpPr>
          <p:cNvPr id="14" name="">
            <a:extLst xmlns:a="http://schemas.openxmlformats.org/drawingml/2006/main">
              <a:ext uri="{FF2B5EF4-FFF2-40B4-BE49-F238E27FC236}">
                <a16:creationId xmlns:a16="http://schemas.microsoft.com/office/drawing/2014/main" id="{0954C3EB-EFEC-4791-B1F9-C45E3399CEC4}"/>
              </a:ext>
            </a:extLst>
          </p:cNvPr>
          <p:cNvSpPr>
            <a:spLocks xmlns:a="http://schemas.openxmlformats.org/drawingml/2006/main" noGrp="1"/>
          </p:cNvSpPr>
          <p:nvPr/>
        </p:nvSpPr>
        <p:spPr>
          <a:xfrm xmlns:a="http://schemas.openxmlformats.org/drawingml/2006/main">
            <a:off x="2076450" y="57340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F3F1EB"/>
                </a:solidFill>
                <a:latin typeface="Arial"/>
                <a:ea typeface="Arial"/>
                <a:cs typeface="Arial"/>
              </a:defRPr>
            </a:pPr>
            <a:r>
              <a:rPr sz="2175" b="1">
                <a:solidFill>
                  <a:srgbClr val="F3F1EB"/>
                </a:solidFill>
                <a:latin typeface="Arial"/>
                <a:ea typeface="Arial"/>
                <a:cs typeface="Arial"/>
              </a:rPr>
              <a:t>1 collaboration réelle</a:t>
            </a:r>
          </a:p>
        </p:txBody>
      </p:sp>
    </p:spTree>
    <p:extLst>
      <p:ext uri="{BB962C8B-B14F-4D97-AF65-F5344CB8AC3E}">
        <p14:creationId xmlns:p14="http://schemas.microsoft.com/office/powerpoint/2010/main" val="60782104"/>
      </p:ext>
    </p:extLst>
  </p:cSld>
</p:sld>
</file>

<file path=ppt/slides/slide4.xml><?xml version="1.0" encoding="utf-8"?>
<p:sld xmlns:p="http://schemas.openxmlformats.org/presentationml/2006/main">
  <p:cSld>
    <p:bg>
      <p:bgPr>
        <a:solidFill xmlns:a="http://schemas.openxmlformats.org/drawingml/2006/main">
          <a:srgbClr val="05060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63ADDF0-E518-400D-8C0F-2A654A36C772}"/>
              </a:ext>
            </a:extLst>
          </p:cNvPr>
          <p:cNvSpPr>
            <a:spLocks xmlns:a="http://schemas.openxmlformats.org/drawingml/2006/main" noGrp="1"/>
          </p:cNvSpPr>
          <p:nvPr/>
        </p:nvSpPr>
        <p:spPr>
          <a:xfrm xmlns:a="http://schemas.openxmlformats.org/drawingml/2006/main">
            <a:off x="666750" y="9334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F3F1EB"/>
                </a:solidFill>
                <a:latin typeface="Arial"/>
                <a:ea typeface="Arial"/>
                <a:cs typeface="Arial"/>
              </a:defRPr>
            </a:pPr>
            <a:r>
              <a:rPr sz="3300" b="1">
                <a:solidFill>
                  <a:srgbClr val="F3F1EB"/>
                </a:solidFill>
                <a:latin typeface="Arial"/>
                <a:ea typeface="Arial"/>
                <a:cs typeface="Arial"/>
              </a:rPr>
              <a:t>Retours utilisateurs</a:t>
            </a:r>
          </a:p>
        </p:txBody>
      </p:sp>
      <p:sp>
        <p:nvSpPr>
          <p:cNvPr id="2" name="">
            <a:extLst xmlns:a="http://schemas.openxmlformats.org/drawingml/2006/main">
              <a:ext uri="{FF2B5EF4-FFF2-40B4-BE49-F238E27FC236}">
                <a16:creationId xmlns:a16="http://schemas.microsoft.com/office/drawing/2014/main" id="{F5DC2463-D8B5-4F2D-A754-AB1B2356347A}"/>
              </a:ext>
            </a:extLst>
          </p:cNvPr>
          <p:cNvSpPr>
            <a:spLocks xmlns:a="http://schemas.openxmlformats.org/drawingml/2006/main" noGrp="1"/>
          </p:cNvSpPr>
          <p:nvPr/>
        </p:nvSpPr>
        <p:spPr>
          <a:xfrm xmlns:a="http://schemas.openxmlformats.org/drawingml/2006/main">
            <a:off x="1524000" y="3067050"/>
            <a:ext cx="9144000" cy="9525"/>
          </a:xfrm>
          <a:prstGeom xmlns:a="http://schemas.openxmlformats.org/drawingml/2006/main" prst="line">
            <a:avLst/>
          </a:prstGeom>
          <a:noFill xmlns:a="http://schemas.openxmlformats.org/drawingml/2006/main"/>
          <a:ln xmlns:a="http://schemas.openxmlformats.org/drawingml/2006/main" w="47625">
            <a:solidFill>
              <a:srgbClr val="252B3A"/>
            </a:solidFill>
          </a:ln>
        </p:spPr>
      </p:sp>
      <p:sp>
        <p:nvSpPr>
          <p:cNvPr id="3" name="">
            <a:extLst xmlns:a="http://schemas.openxmlformats.org/drawingml/2006/main">
              <a:ext uri="{FF2B5EF4-FFF2-40B4-BE49-F238E27FC236}">
                <a16:creationId xmlns:a16="http://schemas.microsoft.com/office/drawing/2014/main" id="{6026260C-D1D7-4C9E-A64B-FB90B205B1A6}"/>
              </a:ext>
            </a:extLst>
          </p:cNvPr>
          <p:cNvSpPr>
            <a:spLocks xmlns:a="http://schemas.openxmlformats.org/drawingml/2006/main" noGrp="1"/>
          </p:cNvSpPr>
          <p:nvPr/>
        </p:nvSpPr>
        <p:spPr>
          <a:xfrm xmlns:a="http://schemas.openxmlformats.org/drawingml/2006/main">
            <a:off x="1123950" y="2571750"/>
            <a:ext cx="990600" cy="990600"/>
          </a:xfrm>
          <a:prstGeom xmlns:a="http://schemas.openxmlformats.org/drawingml/2006/main" prst="ellipse">
            <a:avLst/>
          </a:prstGeom>
          <a:ln xmlns:a="http://schemas.openxmlformats.org/drawingml/2006/main" w="9525">
            <a:solidFill>
              <a:srgbClr val="7964FF"/>
            </a:solidFill>
          </a:ln>
        </p:spPr>
        <p:txBody>
          <a:bodyPr xmlns:a="http://schemas.openxmlformats.org/drawingml/2006/main" anchor="ctr"/>
          <a:lstStyle xmlns:a="http://schemas.openxmlformats.org/drawingml/2006/main"/>
          <a:p xmlns:a="http://schemas.openxmlformats.org/drawingml/2006/main">
            <a:pPr algn="ctr">
              <a:defRPr sz="2550" b="1">
                <a:solidFill>
                  <a:srgbClr val="7964FF"/>
                </a:solidFill>
                <a:latin typeface="Arial"/>
                <a:ea typeface="Arial"/>
                <a:cs typeface="Arial"/>
              </a:defRPr>
            </a:pPr>
            <a:r>
              <a:rPr sz="2550" b="1">
                <a:solidFill>
                  <a:srgbClr val="7964FF"/>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F45D369E-82A0-481C-8771-41442F04A1C0}"/>
              </a:ext>
            </a:extLst>
          </p:cNvPr>
          <p:cNvSpPr>
            <a:spLocks xmlns:a="http://schemas.openxmlformats.org/drawingml/2006/main" noGrp="1"/>
          </p:cNvSpPr>
          <p:nvPr/>
        </p:nvSpPr>
        <p:spPr>
          <a:xfrm xmlns:a="http://schemas.openxmlformats.org/drawingml/2006/main">
            <a:off x="857250" y="37338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1EB"/>
                </a:solidFill>
                <a:latin typeface="Arial"/>
                <a:ea typeface="Arial"/>
                <a:cs typeface="Arial"/>
              </a:defRPr>
            </a:pPr>
            <a:r>
              <a:rPr sz="1500" b="1">
                <a:solidFill>
                  <a:srgbClr val="F3F1EB"/>
                </a:solidFill>
                <a:latin typeface="Arial"/>
                <a:ea typeface="Arial"/>
                <a:cs typeface="Arial"/>
              </a:rPr>
              <a:t>OBSERVER</a:t>
            </a:r>
          </a:p>
        </p:txBody>
      </p:sp>
      <p:sp>
        <p:nvSpPr>
          <p:cNvPr id="5" name="">
            <a:extLst xmlns:a="http://schemas.openxmlformats.org/drawingml/2006/main">
              <a:ext uri="{FF2B5EF4-FFF2-40B4-BE49-F238E27FC236}">
                <a16:creationId xmlns:a16="http://schemas.microsoft.com/office/drawing/2014/main" id="{72172B0E-864E-492B-91C5-7FE40CD86307}"/>
              </a:ext>
            </a:extLst>
          </p:cNvPr>
          <p:cNvSpPr>
            <a:spLocks xmlns:a="http://schemas.openxmlformats.org/drawingml/2006/main" noGrp="1"/>
          </p:cNvSpPr>
          <p:nvPr/>
        </p:nvSpPr>
        <p:spPr>
          <a:xfrm xmlns:a="http://schemas.openxmlformats.org/drawingml/2006/main">
            <a:off x="3924300" y="2571750"/>
            <a:ext cx="990600" cy="990600"/>
          </a:xfrm>
          <a:prstGeom xmlns:a="http://schemas.openxmlformats.org/drawingml/2006/main" prst="ellipse">
            <a:avLst/>
          </a:prstGeom>
          <a:ln xmlns:a="http://schemas.openxmlformats.org/drawingml/2006/main" w="9525">
            <a:solidFill>
              <a:srgbClr val="3977FF"/>
            </a:solidFill>
          </a:ln>
        </p:spPr>
        <p:txBody>
          <a:bodyPr xmlns:a="http://schemas.openxmlformats.org/drawingml/2006/main" anchor="ctr"/>
          <a:lstStyle xmlns:a="http://schemas.openxmlformats.org/drawingml/2006/main"/>
          <a:p xmlns:a="http://schemas.openxmlformats.org/drawingml/2006/main">
            <a:pPr algn="ctr">
              <a:defRPr sz="2550" b="1">
                <a:solidFill>
                  <a:srgbClr val="3977FF"/>
                </a:solidFill>
                <a:latin typeface="Arial"/>
                <a:ea typeface="Arial"/>
                <a:cs typeface="Arial"/>
              </a:defRPr>
            </a:pPr>
            <a:r>
              <a:rPr sz="2550" b="1">
                <a:solidFill>
                  <a:srgbClr val="3977FF"/>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99B9673B-AD43-47F2-B730-599E72F65A37}"/>
              </a:ext>
            </a:extLst>
          </p:cNvPr>
          <p:cNvSpPr>
            <a:spLocks xmlns:a="http://schemas.openxmlformats.org/drawingml/2006/main" noGrp="1"/>
          </p:cNvSpPr>
          <p:nvPr/>
        </p:nvSpPr>
        <p:spPr>
          <a:xfrm xmlns:a="http://schemas.openxmlformats.org/drawingml/2006/main">
            <a:off x="3657600" y="37338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1EB"/>
                </a:solidFill>
                <a:latin typeface="Arial"/>
                <a:ea typeface="Arial"/>
                <a:cs typeface="Arial"/>
              </a:defRPr>
            </a:pPr>
            <a:r>
              <a:rPr sz="1500" b="1">
                <a:solidFill>
                  <a:srgbClr val="F3F1EB"/>
                </a:solidFill>
                <a:latin typeface="Arial"/>
                <a:ea typeface="Arial"/>
                <a:cs typeface="Arial"/>
              </a:rPr>
              <a:t>CHOISIR</a:t>
            </a:r>
          </a:p>
        </p:txBody>
      </p:sp>
      <p:sp>
        <p:nvSpPr>
          <p:cNvPr id="7" name="">
            <a:extLst xmlns:a="http://schemas.openxmlformats.org/drawingml/2006/main">
              <a:ext uri="{FF2B5EF4-FFF2-40B4-BE49-F238E27FC236}">
                <a16:creationId xmlns:a16="http://schemas.microsoft.com/office/drawing/2014/main" id="{48BE2859-CD85-46EC-837A-2C35DB11CDB9}"/>
              </a:ext>
            </a:extLst>
          </p:cNvPr>
          <p:cNvSpPr>
            <a:spLocks xmlns:a="http://schemas.openxmlformats.org/drawingml/2006/main" noGrp="1"/>
          </p:cNvSpPr>
          <p:nvPr/>
        </p:nvSpPr>
        <p:spPr>
          <a:xfrm xmlns:a="http://schemas.openxmlformats.org/drawingml/2006/main">
            <a:off x="6724650" y="2571750"/>
            <a:ext cx="990600" cy="990600"/>
          </a:xfrm>
          <a:prstGeom xmlns:a="http://schemas.openxmlformats.org/drawingml/2006/main" prst="ellipse">
            <a:avLst/>
          </a:prstGeom>
          <a:ln xmlns:a="http://schemas.openxmlformats.org/drawingml/2006/main" w="9525">
            <a:solidFill>
              <a:srgbClr val="F59E0B"/>
            </a:solidFill>
          </a:ln>
        </p:spPr>
        <p:txBody>
          <a:bodyPr xmlns:a="http://schemas.openxmlformats.org/drawingml/2006/main" anchor="ctr"/>
          <a:lstStyle xmlns:a="http://schemas.openxmlformats.org/drawingml/2006/main"/>
          <a:p xmlns:a="http://schemas.openxmlformats.org/drawingml/2006/main">
            <a:pPr algn="ctr">
              <a:defRPr sz="2550" b="1">
                <a:solidFill>
                  <a:srgbClr val="F59E0B"/>
                </a:solidFill>
                <a:latin typeface="Arial"/>
                <a:ea typeface="Arial"/>
                <a:cs typeface="Arial"/>
              </a:defRPr>
            </a:pPr>
            <a:r>
              <a:rPr sz="2550" b="1">
                <a:solidFill>
                  <a:srgbClr val="F59E0B"/>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07F177B1-7DB5-4EB9-8B98-ADFE0526C5CE}"/>
              </a:ext>
            </a:extLst>
          </p:cNvPr>
          <p:cNvSpPr>
            <a:spLocks xmlns:a="http://schemas.openxmlformats.org/drawingml/2006/main" noGrp="1"/>
          </p:cNvSpPr>
          <p:nvPr/>
        </p:nvSpPr>
        <p:spPr>
          <a:xfrm xmlns:a="http://schemas.openxmlformats.org/drawingml/2006/main">
            <a:off x="6457950" y="37338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1EB"/>
                </a:solidFill>
                <a:latin typeface="Arial"/>
                <a:ea typeface="Arial"/>
                <a:cs typeface="Arial"/>
              </a:defRPr>
            </a:pPr>
            <a:r>
              <a:rPr sz="1500" b="1">
                <a:solidFill>
                  <a:srgbClr val="F3F1EB"/>
                </a:solidFill>
                <a:latin typeface="Arial"/>
                <a:ea typeface="Arial"/>
                <a:cs typeface="Arial"/>
              </a:rPr>
              <a:t>CORRIGER</a:t>
            </a:r>
          </a:p>
        </p:txBody>
      </p:sp>
      <p:sp>
        <p:nvSpPr>
          <p:cNvPr id="9" name="">
            <a:extLst xmlns:a="http://schemas.openxmlformats.org/drawingml/2006/main">
              <a:ext uri="{FF2B5EF4-FFF2-40B4-BE49-F238E27FC236}">
                <a16:creationId xmlns:a16="http://schemas.microsoft.com/office/drawing/2014/main" id="{0CDDB11C-0D6F-400F-B78A-B7DC80308116}"/>
              </a:ext>
            </a:extLst>
          </p:cNvPr>
          <p:cNvSpPr>
            <a:spLocks xmlns:a="http://schemas.openxmlformats.org/drawingml/2006/main" noGrp="1"/>
          </p:cNvSpPr>
          <p:nvPr/>
        </p:nvSpPr>
        <p:spPr>
          <a:xfrm xmlns:a="http://schemas.openxmlformats.org/drawingml/2006/main">
            <a:off x="9525000" y="2571750"/>
            <a:ext cx="990600" cy="990600"/>
          </a:xfrm>
          <a:prstGeom xmlns:a="http://schemas.openxmlformats.org/drawingml/2006/main" prst="ellipse">
            <a:avLst/>
          </a:prstGeom>
          <a:ln xmlns:a="http://schemas.openxmlformats.org/drawingml/2006/main" w="9525">
            <a:solidFill>
              <a:srgbClr val="22C55E"/>
            </a:solidFill>
          </a:ln>
        </p:spPr>
        <p:txBody>
          <a:bodyPr xmlns:a="http://schemas.openxmlformats.org/drawingml/2006/main" anchor="ctr"/>
          <a:lstStyle xmlns:a="http://schemas.openxmlformats.org/drawingml/2006/main"/>
          <a:p xmlns:a="http://schemas.openxmlformats.org/drawingml/2006/main">
            <a:pPr algn="ctr">
              <a:defRPr sz="2550" b="1">
                <a:solidFill>
                  <a:srgbClr val="22C55E"/>
                </a:solidFill>
                <a:latin typeface="Arial"/>
                <a:ea typeface="Arial"/>
                <a:cs typeface="Arial"/>
              </a:defRPr>
            </a:pPr>
            <a:r>
              <a:rPr sz="2550" b="1">
                <a:solidFill>
                  <a:srgbClr val="22C55E"/>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32EFEE4B-F771-4E8B-A846-751364139E45}"/>
              </a:ext>
            </a:extLst>
          </p:cNvPr>
          <p:cNvSpPr>
            <a:spLocks xmlns:a="http://schemas.openxmlformats.org/drawingml/2006/main" noGrp="1"/>
          </p:cNvSpPr>
          <p:nvPr/>
        </p:nvSpPr>
        <p:spPr>
          <a:xfrm xmlns:a="http://schemas.openxmlformats.org/drawingml/2006/main">
            <a:off x="9258300" y="37338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1EB"/>
                </a:solidFill>
                <a:latin typeface="Arial"/>
                <a:ea typeface="Arial"/>
                <a:cs typeface="Arial"/>
              </a:defRPr>
            </a:pPr>
            <a:r>
              <a:rPr sz="1500" b="1">
                <a:solidFill>
                  <a:srgbClr val="F3F1EB"/>
                </a:solidFill>
                <a:latin typeface="Arial"/>
                <a:ea typeface="Arial"/>
                <a:cs typeface="Arial"/>
              </a:rPr>
              <a:t>RETESTER</a:t>
            </a:r>
          </a:p>
        </p:txBody>
      </p:sp>
      <p:sp>
        <p:nvSpPr>
          <p:cNvPr id="11" name="">
            <a:extLst xmlns:a="http://schemas.openxmlformats.org/drawingml/2006/main">
              <a:ext uri="{FF2B5EF4-FFF2-40B4-BE49-F238E27FC236}">
                <a16:creationId xmlns:a16="http://schemas.microsoft.com/office/drawing/2014/main" id="{46B418D9-5341-48B2-9BD2-436A7BF63174}"/>
              </a:ext>
            </a:extLst>
          </p:cNvPr>
          <p:cNvSpPr>
            <a:spLocks xmlns:a="http://schemas.openxmlformats.org/drawingml/2006/main" noGrp="1"/>
          </p:cNvSpPr>
          <p:nvPr/>
        </p:nvSpPr>
        <p:spPr>
          <a:xfrm xmlns:a="http://schemas.openxmlformats.org/drawingml/2006/main">
            <a:off x="666750" y="4762500"/>
            <a:ext cx="10858500" cy="9525"/>
          </a:xfrm>
          <a:prstGeom xmlns:a="http://schemas.openxmlformats.org/drawingml/2006/main" prst="rect">
            <a:avLst/>
          </a:prstGeom>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53D0846-3517-4276-A6C8-2B24CB243F16}"/>
              </a:ext>
            </a:extLst>
          </p:cNvPr>
          <p:cNvSpPr>
            <a:spLocks xmlns:a="http://schemas.openxmlformats.org/drawingml/2006/main" noGrp="1"/>
          </p:cNvSpPr>
          <p:nvPr/>
        </p:nvSpPr>
        <p:spPr>
          <a:xfrm xmlns:a="http://schemas.openxmlformats.org/drawingml/2006/main">
            <a:off x="838200" y="504825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750" b="1">
                <a:solidFill>
                  <a:srgbClr val="A699FF"/>
                </a:solidFill>
                <a:latin typeface="Arial"/>
                <a:ea typeface="Arial"/>
                <a:cs typeface="Arial"/>
              </a:defRPr>
            </a:pPr>
            <a:r>
              <a:rPr sz="3750" b="1">
                <a:solidFill>
                  <a:srgbClr val="A699FF"/>
                </a:solidFill>
                <a:latin typeface="Arial"/>
                <a:ea typeface="Arial"/>
                <a:cs typeface="Arial"/>
              </a:rPr>
              <a:t>6 à 10</a:t>
            </a:r>
          </a:p>
        </p:txBody>
      </p:sp>
      <p:sp>
        <p:nvSpPr>
          <p:cNvPr id="13" name="">
            <a:extLst xmlns:a="http://schemas.openxmlformats.org/drawingml/2006/main">
              <a:ext uri="{FF2B5EF4-FFF2-40B4-BE49-F238E27FC236}">
                <a16:creationId xmlns:a16="http://schemas.microsoft.com/office/drawing/2014/main" id="{E8B0F9E1-8DFC-4F11-BAE4-87BD44E4C4CB}"/>
              </a:ext>
            </a:extLst>
          </p:cNvPr>
          <p:cNvSpPr>
            <a:spLocks xmlns:a="http://schemas.openxmlformats.org/drawingml/2006/main" noGrp="1"/>
          </p:cNvSpPr>
          <p:nvPr/>
        </p:nvSpPr>
        <p:spPr>
          <a:xfrm xmlns:a="http://schemas.openxmlformats.org/drawingml/2006/main">
            <a:off x="838200" y="56959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A4A9B7"/>
                </a:solidFill>
                <a:latin typeface="Arial"/>
                <a:ea typeface="Arial"/>
                <a:cs typeface="Arial"/>
              </a:defRPr>
            </a:pPr>
            <a:r>
              <a:rPr sz="1350" b="0">
                <a:solidFill>
                  <a:srgbClr val="A4A9B7"/>
                </a:solidFill>
                <a:latin typeface="Arial"/>
                <a:ea typeface="Arial"/>
                <a:cs typeface="Arial"/>
              </a:rPr>
              <a:t>testeurs externes</a:t>
            </a:r>
          </a:p>
        </p:txBody>
      </p:sp>
      <p:sp>
        <p:nvSpPr>
          <p:cNvPr id="14" name="">
            <a:extLst xmlns:a="http://schemas.openxmlformats.org/drawingml/2006/main">
              <a:ext uri="{FF2B5EF4-FFF2-40B4-BE49-F238E27FC236}">
                <a16:creationId xmlns:a16="http://schemas.microsoft.com/office/drawing/2014/main" id="{D493428D-963F-4FA0-B126-ABD7B4B366C2}"/>
              </a:ext>
            </a:extLst>
          </p:cNvPr>
          <p:cNvSpPr>
            <a:spLocks xmlns:a="http://schemas.openxmlformats.org/drawingml/2006/main" noGrp="1"/>
          </p:cNvSpPr>
          <p:nvPr/>
        </p:nvSpPr>
        <p:spPr>
          <a:xfrm xmlns:a="http://schemas.openxmlformats.org/drawingml/2006/main">
            <a:off x="4762500" y="504825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750" b="1">
                <a:solidFill>
                  <a:srgbClr val="3977FF"/>
                </a:solidFill>
                <a:latin typeface="Arial"/>
                <a:ea typeface="Arial"/>
                <a:cs typeface="Arial"/>
              </a:defRPr>
            </a:pPr>
            <a:r>
              <a:rPr sz="3750" b="1">
                <a:solidFill>
                  <a:srgbClr val="3977FF"/>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F1771A70-9CDB-4CBE-8501-516280A591C6}"/>
              </a:ext>
            </a:extLst>
          </p:cNvPr>
          <p:cNvSpPr>
            <a:spLocks xmlns:a="http://schemas.openxmlformats.org/drawingml/2006/main" noGrp="1"/>
          </p:cNvSpPr>
          <p:nvPr/>
        </p:nvSpPr>
        <p:spPr>
          <a:xfrm xmlns:a="http://schemas.openxmlformats.org/drawingml/2006/main">
            <a:off x="4762500" y="56959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A4A9B7"/>
                </a:solidFill>
                <a:latin typeface="Arial"/>
                <a:ea typeface="Arial"/>
                <a:cs typeface="Arial"/>
              </a:defRPr>
            </a:pPr>
            <a:r>
              <a:rPr sz="1350" b="0">
                <a:solidFill>
                  <a:srgbClr val="A4A9B7"/>
                </a:solidFill>
                <a:latin typeface="Arial"/>
                <a:ea typeface="Arial"/>
                <a:cs typeface="Arial"/>
              </a:rPr>
              <a:t>cycles de retours</a:t>
            </a:r>
          </a:p>
        </p:txBody>
      </p:sp>
      <p:sp>
        <p:nvSpPr>
          <p:cNvPr id="16" name="">
            <a:extLst xmlns:a="http://schemas.openxmlformats.org/drawingml/2006/main">
              <a:ext uri="{FF2B5EF4-FFF2-40B4-BE49-F238E27FC236}">
                <a16:creationId xmlns:a16="http://schemas.microsoft.com/office/drawing/2014/main" id="{49A3C891-EDC9-418C-8FD9-B8F9DAA1BB74}"/>
              </a:ext>
            </a:extLst>
          </p:cNvPr>
          <p:cNvSpPr>
            <a:spLocks xmlns:a="http://schemas.openxmlformats.org/drawingml/2006/main" noGrp="1"/>
          </p:cNvSpPr>
          <p:nvPr/>
        </p:nvSpPr>
        <p:spPr>
          <a:xfrm xmlns:a="http://schemas.openxmlformats.org/drawingml/2006/main">
            <a:off x="8686800" y="504825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750" b="1">
                <a:solidFill>
                  <a:srgbClr val="22C55E"/>
                </a:solidFill>
                <a:latin typeface="Arial"/>
                <a:ea typeface="Arial"/>
                <a:cs typeface="Arial"/>
              </a:defRPr>
            </a:pPr>
            <a:r>
              <a:rPr sz="3750" b="1">
                <a:solidFill>
                  <a:srgbClr val="22C55E"/>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B996AA68-C062-4161-ACC9-4DEFE2E0AAC6}"/>
              </a:ext>
            </a:extLst>
          </p:cNvPr>
          <p:cNvSpPr>
            <a:spLocks xmlns:a="http://schemas.openxmlformats.org/drawingml/2006/main" noGrp="1"/>
          </p:cNvSpPr>
          <p:nvPr/>
        </p:nvSpPr>
        <p:spPr>
          <a:xfrm xmlns:a="http://schemas.openxmlformats.org/drawingml/2006/main">
            <a:off x="8686800" y="56959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A4A9B7"/>
                </a:solidFill>
                <a:latin typeface="Arial"/>
                <a:ea typeface="Arial"/>
                <a:cs typeface="Arial"/>
              </a:defRPr>
            </a:pPr>
            <a:r>
              <a:rPr sz="1350" b="0">
                <a:solidFill>
                  <a:srgbClr val="A4A9B7"/>
                </a:solidFill>
                <a:latin typeface="Arial"/>
                <a:ea typeface="Arial"/>
                <a:cs typeface="Arial"/>
              </a:rPr>
              <a:t>améliorations visibles</a:t>
            </a:r>
          </a:p>
        </p:txBody>
      </p:sp>
    </p:spTree>
    <p:extLst>
      <p:ext uri="{BB962C8B-B14F-4D97-AF65-F5344CB8AC3E}">
        <p14:creationId xmlns:p14="http://schemas.microsoft.com/office/powerpoint/2010/main" val="1417826031"/>
      </p:ext>
    </p:extLst>
  </p:cSld>
</p:sld>
</file>

<file path=ppt/slides/slide5.xml><?xml version="1.0" encoding="utf-8"?>
<p:sld xmlns:p="http://schemas.openxmlformats.org/presentationml/2006/main">
  <p:cSld>
    <p:bg>
      <p:bgPr>
        <a:solidFill xmlns:a="http://schemas.openxmlformats.org/drawingml/2006/main">
          <a:srgbClr val="05060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4D7A17E-12A9-4FAB-8D43-2DD8E18A331C}"/>
              </a:ext>
            </a:extLst>
          </p:cNvPr>
          <p:cNvSpPr>
            <a:spLocks xmlns:a="http://schemas.openxmlformats.org/drawingml/2006/main" noGrp="1"/>
          </p:cNvSpPr>
          <p:nvPr/>
        </p:nvSpPr>
        <p:spPr>
          <a:xfrm xmlns:a="http://schemas.openxmlformats.org/drawingml/2006/main">
            <a:off x="666750" y="9334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F3F1EB"/>
                </a:solidFill>
                <a:latin typeface="Arial"/>
                <a:ea typeface="Arial"/>
                <a:cs typeface="Arial"/>
              </a:defRPr>
            </a:pPr>
            <a:r>
              <a:rPr sz="3300" b="1">
                <a:solidFill>
                  <a:srgbClr val="F3F1EB"/>
                </a:solidFill>
                <a:latin typeface="Arial"/>
                <a:ea typeface="Arial"/>
                <a:cs typeface="Arial"/>
              </a:rPr>
              <a:t>8 semaines</a:t>
            </a:r>
          </a:p>
        </p:txBody>
      </p:sp>
      <p:sp>
        <p:nvSpPr>
          <p:cNvPr id="2" name="">
            <a:extLst xmlns:a="http://schemas.openxmlformats.org/drawingml/2006/main">
              <a:ext uri="{FF2B5EF4-FFF2-40B4-BE49-F238E27FC236}">
                <a16:creationId xmlns:a16="http://schemas.microsoft.com/office/drawing/2014/main" id="{2CD389E0-84F2-4FEB-9A72-E07BCB04A8A8}"/>
              </a:ext>
            </a:extLst>
          </p:cNvPr>
          <p:cNvSpPr>
            <a:spLocks xmlns:a="http://schemas.openxmlformats.org/drawingml/2006/main" noGrp="1"/>
          </p:cNvSpPr>
          <p:nvPr/>
        </p:nvSpPr>
        <p:spPr>
          <a:xfrm xmlns:a="http://schemas.openxmlformats.org/drawingml/2006/main">
            <a:off x="666750" y="2076450"/>
            <a:ext cx="2381250" cy="95250"/>
          </a:xfrm>
          <a:prstGeom xmlns:a="http://schemas.openxmlformats.org/drawingml/2006/main" prst="rect">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1B7A461-42C8-424F-A1D5-46E271FD1FC6}"/>
              </a:ext>
            </a:extLst>
          </p:cNvPr>
          <p:cNvSpPr>
            <a:spLocks xmlns:a="http://schemas.openxmlformats.org/drawingml/2006/main" noGrp="1"/>
          </p:cNvSpPr>
          <p:nvPr/>
        </p:nvSpPr>
        <p:spPr>
          <a:xfrm xmlns:a="http://schemas.openxmlformats.org/drawingml/2006/main">
            <a:off x="666750" y="23431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7964FF"/>
                </a:solidFill>
                <a:latin typeface="Arial"/>
                <a:ea typeface="Arial"/>
                <a:cs typeface="Arial"/>
              </a:defRPr>
            </a:pPr>
            <a:r>
              <a:rPr sz="1350" b="1">
                <a:solidFill>
                  <a:srgbClr val="7964FF"/>
                </a:solidFill>
                <a:latin typeface="Arial"/>
                <a:ea typeface="Arial"/>
                <a:cs typeface="Arial"/>
              </a:rPr>
              <a:t>S1–S2</a:t>
            </a:r>
          </a:p>
        </p:txBody>
      </p:sp>
      <p:sp>
        <p:nvSpPr>
          <p:cNvPr id="4" name="">
            <a:extLst xmlns:a="http://schemas.openxmlformats.org/drawingml/2006/main">
              <a:ext uri="{FF2B5EF4-FFF2-40B4-BE49-F238E27FC236}">
                <a16:creationId xmlns:a16="http://schemas.microsoft.com/office/drawing/2014/main" id="{755E998A-0EF1-42EB-ABCC-F642C1C244B6}"/>
              </a:ext>
            </a:extLst>
          </p:cNvPr>
          <p:cNvSpPr>
            <a:spLocks xmlns:a="http://schemas.openxmlformats.org/drawingml/2006/main" noGrp="1"/>
          </p:cNvSpPr>
          <p:nvPr/>
        </p:nvSpPr>
        <p:spPr>
          <a:xfrm xmlns:a="http://schemas.openxmlformats.org/drawingml/2006/main">
            <a:off x="666750" y="28384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3F1EB"/>
                </a:solidFill>
                <a:latin typeface="Arial"/>
                <a:ea typeface="Arial"/>
                <a:cs typeface="Arial"/>
              </a:defRPr>
            </a:pPr>
            <a:r>
              <a:rPr sz="2025" b="1">
                <a:solidFill>
                  <a:srgbClr val="F3F1EB"/>
                </a:solidFill>
                <a:latin typeface="Arial"/>
                <a:ea typeface="Arial"/>
                <a:cs typeface="Arial"/>
              </a:rPr>
              <a:t>PRÉPARER</a:t>
            </a:r>
          </a:p>
        </p:txBody>
      </p:sp>
      <p:sp>
        <p:nvSpPr>
          <p:cNvPr id="5" name="">
            <a:extLst xmlns:a="http://schemas.openxmlformats.org/drawingml/2006/main">
              <a:ext uri="{FF2B5EF4-FFF2-40B4-BE49-F238E27FC236}">
                <a16:creationId xmlns:a16="http://schemas.microsoft.com/office/drawing/2014/main" id="{386B988A-6A25-4ED0-B4B0-0081A84297FD}"/>
              </a:ext>
            </a:extLst>
          </p:cNvPr>
          <p:cNvSpPr>
            <a:spLocks xmlns:a="http://schemas.openxmlformats.org/drawingml/2006/main" noGrp="1"/>
          </p:cNvSpPr>
          <p:nvPr/>
        </p:nvSpPr>
        <p:spPr>
          <a:xfrm xmlns:a="http://schemas.openxmlformats.org/drawingml/2006/main">
            <a:off x="666750" y="3562350"/>
            <a:ext cx="238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cibles</a:t>
            </a:r>
          </a:p>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questions</a:t>
            </a:r>
          </a:p>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scénario de test</a:t>
            </a:r>
          </a:p>
        </p:txBody>
      </p:sp>
      <p:sp>
        <p:nvSpPr>
          <p:cNvPr id="6" name="">
            <a:extLst xmlns:a="http://schemas.openxmlformats.org/drawingml/2006/main">
              <a:ext uri="{FF2B5EF4-FFF2-40B4-BE49-F238E27FC236}">
                <a16:creationId xmlns:a16="http://schemas.microsoft.com/office/drawing/2014/main" id="{6524050B-8196-4DAC-ADEA-51349B99F178}"/>
              </a:ext>
            </a:extLst>
          </p:cNvPr>
          <p:cNvSpPr>
            <a:spLocks xmlns:a="http://schemas.openxmlformats.org/drawingml/2006/main" noGrp="1"/>
          </p:cNvSpPr>
          <p:nvPr/>
        </p:nvSpPr>
        <p:spPr>
          <a:xfrm xmlns:a="http://schemas.openxmlformats.org/drawingml/2006/main">
            <a:off x="3390900" y="2076450"/>
            <a:ext cx="2381250" cy="95250"/>
          </a:xfrm>
          <a:prstGeom xmlns:a="http://schemas.openxmlformats.org/drawingml/2006/main" prst="rect">
            <a:avLst/>
          </a:prstGeom>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96DAA8C-6272-4879-9EB5-8EC50E2B4D47}"/>
              </a:ext>
            </a:extLst>
          </p:cNvPr>
          <p:cNvSpPr>
            <a:spLocks xmlns:a="http://schemas.openxmlformats.org/drawingml/2006/main" noGrp="1"/>
          </p:cNvSpPr>
          <p:nvPr/>
        </p:nvSpPr>
        <p:spPr>
          <a:xfrm xmlns:a="http://schemas.openxmlformats.org/drawingml/2006/main">
            <a:off x="3390900" y="23431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3977FF"/>
                </a:solidFill>
                <a:latin typeface="Arial"/>
                <a:ea typeface="Arial"/>
                <a:cs typeface="Arial"/>
              </a:defRPr>
            </a:pPr>
            <a:r>
              <a:rPr sz="1350" b="1">
                <a:solidFill>
                  <a:srgbClr val="3977FF"/>
                </a:solidFill>
                <a:latin typeface="Arial"/>
                <a:ea typeface="Arial"/>
                <a:cs typeface="Arial"/>
              </a:rPr>
              <a:t>S3–S4</a:t>
            </a:r>
          </a:p>
        </p:txBody>
      </p:sp>
      <p:sp>
        <p:nvSpPr>
          <p:cNvPr id="8" name="">
            <a:extLst xmlns:a="http://schemas.openxmlformats.org/drawingml/2006/main">
              <a:ext uri="{FF2B5EF4-FFF2-40B4-BE49-F238E27FC236}">
                <a16:creationId xmlns:a16="http://schemas.microsoft.com/office/drawing/2014/main" id="{39014735-50BD-44E5-9742-0BDB41088487}"/>
              </a:ext>
            </a:extLst>
          </p:cNvPr>
          <p:cNvSpPr>
            <a:spLocks xmlns:a="http://schemas.openxmlformats.org/drawingml/2006/main" noGrp="1"/>
          </p:cNvSpPr>
          <p:nvPr/>
        </p:nvSpPr>
        <p:spPr>
          <a:xfrm xmlns:a="http://schemas.openxmlformats.org/drawingml/2006/main">
            <a:off x="3390900" y="28384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3F1EB"/>
                </a:solidFill>
                <a:latin typeface="Arial"/>
                <a:ea typeface="Arial"/>
                <a:cs typeface="Arial"/>
              </a:defRPr>
            </a:pPr>
            <a:r>
              <a:rPr sz="2025" b="1">
                <a:solidFill>
                  <a:srgbClr val="F3F1EB"/>
                </a:solidFill>
                <a:latin typeface="Arial"/>
                <a:ea typeface="Arial"/>
                <a:cs typeface="Arial"/>
              </a:rPr>
              <a:t>RENCONTRER</a:t>
            </a:r>
          </a:p>
        </p:txBody>
      </p:sp>
      <p:sp>
        <p:nvSpPr>
          <p:cNvPr id="9" name="">
            <a:extLst xmlns:a="http://schemas.openxmlformats.org/drawingml/2006/main">
              <a:ext uri="{FF2B5EF4-FFF2-40B4-BE49-F238E27FC236}">
                <a16:creationId xmlns:a16="http://schemas.microsoft.com/office/drawing/2014/main" id="{E4A9F40A-CBC3-44F1-95EC-A7CB062E22DC}"/>
              </a:ext>
            </a:extLst>
          </p:cNvPr>
          <p:cNvSpPr>
            <a:spLocks xmlns:a="http://schemas.openxmlformats.org/drawingml/2006/main" noGrp="1"/>
          </p:cNvSpPr>
          <p:nvPr/>
        </p:nvSpPr>
        <p:spPr>
          <a:xfrm xmlns:a="http://schemas.openxmlformats.org/drawingml/2006/main">
            <a:off x="3390900" y="3562350"/>
            <a:ext cx="238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contacts</a:t>
            </a:r>
          </a:p>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entretiens</a:t>
            </a:r>
          </a:p>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premier test</a:t>
            </a:r>
          </a:p>
        </p:txBody>
      </p:sp>
      <p:sp>
        <p:nvSpPr>
          <p:cNvPr id="10" name="">
            <a:extLst xmlns:a="http://schemas.openxmlformats.org/drawingml/2006/main">
              <a:ext uri="{FF2B5EF4-FFF2-40B4-BE49-F238E27FC236}">
                <a16:creationId xmlns:a16="http://schemas.microsoft.com/office/drawing/2014/main" id="{AF9BB63A-9A38-4EAC-B2BB-8C608D0AC9E1}"/>
              </a:ext>
            </a:extLst>
          </p:cNvPr>
          <p:cNvSpPr>
            <a:spLocks xmlns:a="http://schemas.openxmlformats.org/drawingml/2006/main" noGrp="1"/>
          </p:cNvSpPr>
          <p:nvPr/>
        </p:nvSpPr>
        <p:spPr>
          <a:xfrm xmlns:a="http://schemas.openxmlformats.org/drawingml/2006/main">
            <a:off x="6115050" y="2076450"/>
            <a:ext cx="2381250" cy="95250"/>
          </a:xfrm>
          <a:prstGeom xmlns:a="http://schemas.openxmlformats.org/drawingml/2006/main" prst="rect">
            <a:avLst/>
          </a:prstGeom>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DBE7E50-F756-4131-BBF5-612CBFBC3BC6}"/>
              </a:ext>
            </a:extLst>
          </p:cNvPr>
          <p:cNvSpPr>
            <a:spLocks xmlns:a="http://schemas.openxmlformats.org/drawingml/2006/main" noGrp="1"/>
          </p:cNvSpPr>
          <p:nvPr/>
        </p:nvSpPr>
        <p:spPr>
          <a:xfrm xmlns:a="http://schemas.openxmlformats.org/drawingml/2006/main">
            <a:off x="6115050" y="23431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59E0B"/>
                </a:solidFill>
                <a:latin typeface="Arial"/>
                <a:ea typeface="Arial"/>
                <a:cs typeface="Arial"/>
              </a:defRPr>
            </a:pPr>
            <a:r>
              <a:rPr sz="1350" b="1">
                <a:solidFill>
                  <a:srgbClr val="F59E0B"/>
                </a:solidFill>
                <a:latin typeface="Arial"/>
                <a:ea typeface="Arial"/>
                <a:cs typeface="Arial"/>
              </a:rPr>
              <a:t>S5–S7</a:t>
            </a:r>
          </a:p>
        </p:txBody>
      </p:sp>
      <p:sp>
        <p:nvSpPr>
          <p:cNvPr id="12" name="">
            <a:extLst xmlns:a="http://schemas.openxmlformats.org/drawingml/2006/main">
              <a:ext uri="{FF2B5EF4-FFF2-40B4-BE49-F238E27FC236}">
                <a16:creationId xmlns:a16="http://schemas.microsoft.com/office/drawing/2014/main" id="{426C0DF8-ADC3-4443-9DB1-6D2A94F9A86D}"/>
              </a:ext>
            </a:extLst>
          </p:cNvPr>
          <p:cNvSpPr>
            <a:spLocks xmlns:a="http://schemas.openxmlformats.org/drawingml/2006/main" noGrp="1"/>
          </p:cNvSpPr>
          <p:nvPr/>
        </p:nvSpPr>
        <p:spPr>
          <a:xfrm xmlns:a="http://schemas.openxmlformats.org/drawingml/2006/main">
            <a:off x="6115050" y="28384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3F1EB"/>
                </a:solidFill>
                <a:latin typeface="Arial"/>
                <a:ea typeface="Arial"/>
                <a:cs typeface="Arial"/>
              </a:defRPr>
            </a:pPr>
            <a:r>
              <a:rPr sz="2025" b="1">
                <a:solidFill>
                  <a:srgbClr val="F3F1EB"/>
                </a:solidFill>
                <a:latin typeface="Arial"/>
                <a:ea typeface="Arial"/>
                <a:cs typeface="Arial"/>
              </a:rPr>
              <a:t>AMÉLIORER</a:t>
            </a:r>
          </a:p>
        </p:txBody>
      </p:sp>
      <p:sp>
        <p:nvSpPr>
          <p:cNvPr id="13" name="">
            <a:extLst xmlns:a="http://schemas.openxmlformats.org/drawingml/2006/main">
              <a:ext uri="{FF2B5EF4-FFF2-40B4-BE49-F238E27FC236}">
                <a16:creationId xmlns:a16="http://schemas.microsoft.com/office/drawing/2014/main" id="{87D0A5BA-DA3A-4B46-957B-50F15827F51C}"/>
              </a:ext>
            </a:extLst>
          </p:cNvPr>
          <p:cNvSpPr>
            <a:spLocks xmlns:a="http://schemas.openxmlformats.org/drawingml/2006/main" noGrp="1"/>
          </p:cNvSpPr>
          <p:nvPr/>
        </p:nvSpPr>
        <p:spPr>
          <a:xfrm xmlns:a="http://schemas.openxmlformats.org/drawingml/2006/main">
            <a:off x="6115050" y="3562350"/>
            <a:ext cx="238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tri des retours</a:t>
            </a:r>
          </a:p>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développement</a:t>
            </a:r>
          </a:p>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documentation</a:t>
            </a:r>
          </a:p>
        </p:txBody>
      </p:sp>
      <p:sp>
        <p:nvSpPr>
          <p:cNvPr id="14" name="">
            <a:extLst xmlns:a="http://schemas.openxmlformats.org/drawingml/2006/main">
              <a:ext uri="{FF2B5EF4-FFF2-40B4-BE49-F238E27FC236}">
                <a16:creationId xmlns:a16="http://schemas.microsoft.com/office/drawing/2014/main" id="{3773A8AE-3FAB-4FE2-BC0C-FDA8F9A078AA}"/>
              </a:ext>
            </a:extLst>
          </p:cNvPr>
          <p:cNvSpPr>
            <a:spLocks xmlns:a="http://schemas.openxmlformats.org/drawingml/2006/main" noGrp="1"/>
          </p:cNvSpPr>
          <p:nvPr/>
        </p:nvSpPr>
        <p:spPr>
          <a:xfrm xmlns:a="http://schemas.openxmlformats.org/drawingml/2006/main">
            <a:off x="8839200" y="2076450"/>
            <a:ext cx="2381250" cy="95250"/>
          </a:xfrm>
          <a:prstGeom xmlns:a="http://schemas.openxmlformats.org/drawingml/2006/main" prst="rect">
            <a:avLst/>
          </a:prstGeom>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C38D53E-6C6E-474B-B35C-82C62AF763D8}"/>
              </a:ext>
            </a:extLst>
          </p:cNvPr>
          <p:cNvSpPr>
            <a:spLocks xmlns:a="http://schemas.openxmlformats.org/drawingml/2006/main" noGrp="1"/>
          </p:cNvSpPr>
          <p:nvPr/>
        </p:nvSpPr>
        <p:spPr>
          <a:xfrm xmlns:a="http://schemas.openxmlformats.org/drawingml/2006/main">
            <a:off x="8839200" y="23431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22C55E"/>
                </a:solidFill>
                <a:latin typeface="Arial"/>
                <a:ea typeface="Arial"/>
                <a:cs typeface="Arial"/>
              </a:defRPr>
            </a:pPr>
            <a:r>
              <a:rPr sz="1350" b="1">
                <a:solidFill>
                  <a:srgbClr val="22C55E"/>
                </a:solidFill>
                <a:latin typeface="Arial"/>
                <a:ea typeface="Arial"/>
                <a:cs typeface="Arial"/>
              </a:rPr>
              <a:t>S8</a:t>
            </a:r>
          </a:p>
        </p:txBody>
      </p:sp>
      <p:sp>
        <p:nvSpPr>
          <p:cNvPr id="16" name="">
            <a:extLst xmlns:a="http://schemas.openxmlformats.org/drawingml/2006/main">
              <a:ext uri="{FF2B5EF4-FFF2-40B4-BE49-F238E27FC236}">
                <a16:creationId xmlns:a16="http://schemas.microsoft.com/office/drawing/2014/main" id="{D6705785-F357-4CB5-BC4D-A5D0186E8C14}"/>
              </a:ext>
            </a:extLst>
          </p:cNvPr>
          <p:cNvSpPr>
            <a:spLocks xmlns:a="http://schemas.openxmlformats.org/drawingml/2006/main" noGrp="1"/>
          </p:cNvSpPr>
          <p:nvPr/>
        </p:nvSpPr>
        <p:spPr>
          <a:xfrm xmlns:a="http://schemas.openxmlformats.org/drawingml/2006/main">
            <a:off x="8839200" y="28384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3F1EB"/>
                </a:solidFill>
                <a:latin typeface="Arial"/>
                <a:ea typeface="Arial"/>
                <a:cs typeface="Arial"/>
              </a:defRPr>
            </a:pPr>
            <a:r>
              <a:rPr sz="2025" b="1">
                <a:solidFill>
                  <a:srgbClr val="F3F1EB"/>
                </a:solidFill>
                <a:latin typeface="Arial"/>
                <a:ea typeface="Arial"/>
                <a:cs typeface="Arial"/>
              </a:rPr>
              <a:t>PROUVER</a:t>
            </a:r>
          </a:p>
        </p:txBody>
      </p:sp>
      <p:sp>
        <p:nvSpPr>
          <p:cNvPr id="17" name="">
            <a:extLst xmlns:a="http://schemas.openxmlformats.org/drawingml/2006/main">
              <a:ext uri="{FF2B5EF4-FFF2-40B4-BE49-F238E27FC236}">
                <a16:creationId xmlns:a16="http://schemas.microsoft.com/office/drawing/2014/main" id="{7BD5AE28-F231-4A11-B27E-65CFD7F858D2}"/>
              </a:ext>
            </a:extLst>
          </p:cNvPr>
          <p:cNvSpPr>
            <a:spLocks xmlns:a="http://schemas.openxmlformats.org/drawingml/2006/main" noGrp="1"/>
          </p:cNvSpPr>
          <p:nvPr/>
        </p:nvSpPr>
        <p:spPr>
          <a:xfrm xmlns:a="http://schemas.openxmlformats.org/drawingml/2006/main">
            <a:off x="8839200" y="3562350"/>
            <a:ext cx="238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second test</a:t>
            </a:r>
          </a:p>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avant / après</a:t>
            </a:r>
          </a:p>
          <a:p xmlns:a="http://schemas.openxmlformats.org/drawingml/2006/main">
            <a:pPr algn="l">
              <a:defRPr sz="1500" b="0">
                <a:solidFill>
                  <a:srgbClr val="A4A9B7"/>
                </a:solidFill>
                <a:latin typeface="Arial"/>
                <a:ea typeface="Arial"/>
                <a:cs typeface="Arial"/>
              </a:defRPr>
            </a:pPr>
            <a:r>
              <a:rPr sz="1500" b="0">
                <a:solidFill>
                  <a:srgbClr val="A4A9B7"/>
                </a:solidFill>
                <a:latin typeface="Arial"/>
                <a:ea typeface="Arial"/>
                <a:cs typeface="Arial"/>
              </a:rPr>
              <a:t>témoignage</a:t>
            </a:r>
          </a:p>
        </p:txBody>
      </p:sp>
      <p:sp>
        <p:nvSpPr>
          <p:cNvPr id="18" name="">
            <a:extLst xmlns:a="http://schemas.openxmlformats.org/drawingml/2006/main">
              <a:ext uri="{FF2B5EF4-FFF2-40B4-BE49-F238E27FC236}">
                <a16:creationId xmlns:a16="http://schemas.microsoft.com/office/drawing/2014/main" id="{BB914E37-1817-40C7-A159-180D5F540BE0}"/>
              </a:ext>
            </a:extLst>
          </p:cNvPr>
          <p:cNvSpPr>
            <a:spLocks xmlns:a="http://schemas.openxmlformats.org/drawingml/2006/main" noGrp="1"/>
          </p:cNvSpPr>
          <p:nvPr/>
        </p:nvSpPr>
        <p:spPr>
          <a:xfrm xmlns:a="http://schemas.openxmlformats.org/drawingml/2006/main">
            <a:off x="666750" y="5219700"/>
            <a:ext cx="10858500" cy="9525"/>
          </a:xfrm>
          <a:prstGeom xmlns:a="http://schemas.openxmlformats.org/drawingml/2006/main" prst="line">
            <a:avLst/>
          </a:prstGeom>
          <a:noFill xmlns:a="http://schemas.openxmlformats.org/drawingml/2006/main"/>
          <a:ln xmlns:a="http://schemas.openxmlformats.org/drawingml/2006/main" w="19050">
            <a:solidFill>
              <a:srgbClr val="252B3A"/>
            </a:solidFill>
          </a:ln>
        </p:spPr>
      </p:sp>
      <p:sp>
        <p:nvSpPr>
          <p:cNvPr id="19" name="">
            <a:extLst xmlns:a="http://schemas.openxmlformats.org/drawingml/2006/main">
              <a:ext uri="{FF2B5EF4-FFF2-40B4-BE49-F238E27FC236}">
                <a16:creationId xmlns:a16="http://schemas.microsoft.com/office/drawing/2014/main" id="{7E26E15A-71F8-4F07-BA01-205E11E71145}"/>
              </a:ext>
            </a:extLst>
          </p:cNvPr>
          <p:cNvSpPr>
            <a:spLocks xmlns:a="http://schemas.openxmlformats.org/drawingml/2006/main" noGrp="1"/>
          </p:cNvSpPr>
          <p:nvPr/>
        </p:nvSpPr>
        <p:spPr>
          <a:xfrm xmlns:a="http://schemas.openxmlformats.org/drawingml/2006/main">
            <a:off x="666750" y="54673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3F1EB"/>
                </a:solidFill>
                <a:latin typeface="Arial"/>
                <a:ea typeface="Arial"/>
                <a:cs typeface="Arial"/>
              </a:defRPr>
            </a:pPr>
            <a:r>
              <a:rPr sz="1725" b="1">
                <a:solidFill>
                  <a:srgbClr val="F3F1EB"/>
                </a:solidFill>
                <a:latin typeface="Arial"/>
                <a:ea typeface="Arial"/>
                <a:cs typeface="Arial"/>
              </a:rPr>
              <a:t>Chaque étape laisse une preuve dans GitHub</a:t>
            </a:r>
          </a:p>
        </p:txBody>
      </p:sp>
    </p:spTree>
    <p:extLst>
      <p:ext uri="{BB962C8B-B14F-4D97-AF65-F5344CB8AC3E}">
        <p14:creationId xmlns:p14="http://schemas.microsoft.com/office/powerpoint/2010/main" val="253938864"/>
      </p:ext>
    </p:extLst>
  </p:cSld>
</p:sld>
</file>

<file path=ppt/slides/slide6.xml><?xml version="1.0" encoding="utf-8"?>
<p:sld xmlns:p="http://schemas.openxmlformats.org/presentationml/2006/main">
  <p:cSld>
    <p:bg>
      <p:bgPr>
        <a:solidFill xmlns:a="http://schemas.openxmlformats.org/drawingml/2006/main">
          <a:srgbClr val="05060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6219B3-FD18-449D-9563-6C6F5E186BFA}"/>
              </a:ext>
            </a:extLst>
          </p:cNvPr>
          <p:cNvSpPr>
            <a:spLocks xmlns:a="http://schemas.openxmlformats.org/drawingml/2006/main" noGrp="1"/>
          </p:cNvSpPr>
          <p:nvPr/>
        </p:nvSpPr>
        <p:spPr>
          <a:xfrm xmlns:a="http://schemas.openxmlformats.org/drawingml/2006/main">
            <a:off x="666750" y="9334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F3F1EB"/>
                </a:solidFill>
                <a:latin typeface="Arial"/>
                <a:ea typeface="Arial"/>
                <a:cs typeface="Arial"/>
              </a:defRPr>
            </a:pPr>
            <a:r>
              <a:rPr sz="3300" b="1">
                <a:solidFill>
                  <a:srgbClr val="F3F1EB"/>
                </a:solidFill>
                <a:latin typeface="Arial"/>
                <a:ea typeface="Arial"/>
                <a:cs typeface="Arial"/>
              </a:rPr>
              <a:t>Les preuves</a:t>
            </a:r>
          </a:p>
        </p:txBody>
      </p:sp>
      <p:sp>
        <p:nvSpPr>
          <p:cNvPr id="2" name="">
            <a:extLst xmlns:a="http://schemas.openxmlformats.org/drawingml/2006/main">
              <a:ext uri="{FF2B5EF4-FFF2-40B4-BE49-F238E27FC236}">
                <a16:creationId xmlns:a16="http://schemas.microsoft.com/office/drawing/2014/main" id="{B0032927-EA29-4002-B3DD-A87BBC8016C4}"/>
              </a:ext>
            </a:extLst>
          </p:cNvPr>
          <p:cNvSpPr>
            <a:spLocks xmlns:a="http://schemas.openxmlformats.org/drawingml/2006/main" noGrp="1"/>
          </p:cNvSpPr>
          <p:nvPr/>
        </p:nvSpPr>
        <p:spPr>
          <a:xfrm xmlns:a="http://schemas.openxmlformats.org/drawingml/2006/main">
            <a:off x="685800" y="1847850"/>
            <a:ext cx="2000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31"/>
          </a:bodyPr>
          <a:lstStyle xmlns:a="http://schemas.openxmlformats.org/drawingml/2006/main"/>
          <a:p xmlns:a="http://schemas.openxmlformats.org/drawingml/2006/main">
            <a:pPr algn="l">
              <a:defRPr sz="10650" b="1">
                <a:solidFill>
                  <a:srgbClr val="7964FF"/>
                </a:solidFill>
                <a:latin typeface="Arial"/>
                <a:ea typeface="Arial"/>
                <a:cs typeface="Arial"/>
              </a:defRPr>
            </a:pPr>
            <a:r>
              <a:rPr sz="10650" b="1">
                <a:solidFill>
                  <a:srgbClr val="7964FF"/>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7FAFB85A-627B-4FF8-9EC4-C0B429860C38}"/>
              </a:ext>
            </a:extLst>
          </p:cNvPr>
          <p:cNvSpPr>
            <a:spLocks xmlns:a="http://schemas.openxmlformats.org/drawingml/2006/main" noGrp="1"/>
          </p:cNvSpPr>
          <p:nvPr/>
        </p:nvSpPr>
        <p:spPr>
          <a:xfrm xmlns:a="http://schemas.openxmlformats.org/drawingml/2006/main">
            <a:off x="2724150" y="20955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F3F1EB"/>
                </a:solidFill>
                <a:latin typeface="Arial"/>
                <a:ea typeface="Arial"/>
                <a:cs typeface="Arial"/>
              </a:defRPr>
            </a:pPr>
            <a:r>
              <a:rPr sz="2550" b="1">
                <a:solidFill>
                  <a:srgbClr val="F3F1EB"/>
                </a:solidFill>
                <a:latin typeface="Arial"/>
                <a:ea typeface="Arial"/>
                <a:cs typeface="Arial"/>
              </a:rPr>
              <a:t>PARTENAIRE</a:t>
            </a:r>
          </a:p>
        </p:txBody>
      </p:sp>
      <p:sp>
        <p:nvSpPr>
          <p:cNvPr id="4" name="">
            <a:extLst xmlns:a="http://schemas.openxmlformats.org/drawingml/2006/main">
              <a:ext uri="{FF2B5EF4-FFF2-40B4-BE49-F238E27FC236}">
                <a16:creationId xmlns:a16="http://schemas.microsoft.com/office/drawing/2014/main" id="{2C9696C2-AE7E-47BC-B6E4-14D275B590CB}"/>
              </a:ext>
            </a:extLst>
          </p:cNvPr>
          <p:cNvSpPr>
            <a:spLocks xmlns:a="http://schemas.openxmlformats.org/drawingml/2006/main" noGrp="1"/>
          </p:cNvSpPr>
          <p:nvPr/>
        </p:nvSpPr>
        <p:spPr>
          <a:xfrm xmlns:a="http://schemas.openxmlformats.org/drawingml/2006/main">
            <a:off x="2743200" y="2800350"/>
            <a:ext cx="3048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A4A9B7"/>
                </a:solidFill>
                <a:latin typeface="Arial"/>
                <a:ea typeface="Arial"/>
                <a:cs typeface="Arial"/>
              </a:defRPr>
            </a:pPr>
            <a:r>
              <a:rPr sz="1575" b="0">
                <a:solidFill>
                  <a:srgbClr val="A4A9B7"/>
                </a:solidFill>
                <a:latin typeface="Arial"/>
                <a:ea typeface="Arial"/>
                <a:cs typeface="Arial"/>
              </a:rPr>
              <a:t>accord écrit</a:t>
            </a:r>
          </a:p>
          <a:p xmlns:a="http://schemas.openxmlformats.org/drawingml/2006/main">
            <a:pPr algn="l">
              <a:defRPr sz="1575" b="0">
                <a:solidFill>
                  <a:srgbClr val="A4A9B7"/>
                </a:solidFill>
                <a:latin typeface="Arial"/>
                <a:ea typeface="Arial"/>
                <a:cs typeface="Arial"/>
              </a:defRPr>
            </a:pPr>
            <a:r>
              <a:rPr sz="1575" b="0">
                <a:solidFill>
                  <a:srgbClr val="A4A9B7"/>
                </a:solidFill>
                <a:latin typeface="Arial"/>
                <a:ea typeface="Arial"/>
                <a:cs typeface="Arial"/>
              </a:rPr>
              <a:t>test terrain</a:t>
            </a:r>
          </a:p>
          <a:p xmlns:a="http://schemas.openxmlformats.org/drawingml/2006/main">
            <a:pPr algn="l">
              <a:defRPr sz="1575" b="0">
                <a:solidFill>
                  <a:srgbClr val="A4A9B7"/>
                </a:solidFill>
                <a:latin typeface="Arial"/>
                <a:ea typeface="Arial"/>
                <a:cs typeface="Arial"/>
              </a:defRPr>
            </a:pPr>
            <a:r>
              <a:rPr sz="1575" b="0">
                <a:solidFill>
                  <a:srgbClr val="A4A9B7"/>
                </a:solidFill>
                <a:latin typeface="Arial"/>
                <a:ea typeface="Arial"/>
                <a:cs typeface="Arial"/>
              </a:rPr>
              <a:t>témoignage</a:t>
            </a:r>
          </a:p>
        </p:txBody>
      </p:sp>
      <p:sp>
        <p:nvSpPr>
          <p:cNvPr id="5" name="">
            <a:extLst xmlns:a="http://schemas.openxmlformats.org/drawingml/2006/main">
              <a:ext uri="{FF2B5EF4-FFF2-40B4-BE49-F238E27FC236}">
                <a16:creationId xmlns:a16="http://schemas.microsoft.com/office/drawing/2014/main" id="{439F2119-CF44-494E-AE75-AC8043946F18}"/>
              </a:ext>
            </a:extLst>
          </p:cNvPr>
          <p:cNvSpPr>
            <a:spLocks xmlns:a="http://schemas.openxmlformats.org/drawingml/2006/main" noGrp="1"/>
          </p:cNvSpPr>
          <p:nvPr/>
        </p:nvSpPr>
        <p:spPr>
          <a:xfrm xmlns:a="http://schemas.openxmlformats.org/drawingml/2006/main">
            <a:off x="6191250" y="1828800"/>
            <a:ext cx="9525" cy="3048000"/>
          </a:xfrm>
          <a:prstGeom xmlns:a="http://schemas.openxmlformats.org/drawingml/2006/main" prst="line">
            <a:avLst/>
          </a:prstGeom>
          <a:noFill xmlns:a="http://schemas.openxmlformats.org/drawingml/2006/main"/>
          <a:ln xmlns:a="http://schemas.openxmlformats.org/drawingml/2006/main" w="19050">
            <a:solidFill>
              <a:srgbClr val="252B3A"/>
            </a:solidFill>
          </a:ln>
        </p:spPr>
      </p:sp>
      <p:sp>
        <p:nvSpPr>
          <p:cNvPr id="6" name="">
            <a:extLst xmlns:a="http://schemas.openxmlformats.org/drawingml/2006/main">
              <a:ext uri="{FF2B5EF4-FFF2-40B4-BE49-F238E27FC236}">
                <a16:creationId xmlns:a16="http://schemas.microsoft.com/office/drawing/2014/main" id="{9D07BA64-46B8-4F45-BDC9-98F6917F80C7}"/>
              </a:ext>
            </a:extLst>
          </p:cNvPr>
          <p:cNvSpPr>
            <a:spLocks xmlns:a="http://schemas.openxmlformats.org/drawingml/2006/main" noGrp="1"/>
          </p:cNvSpPr>
          <p:nvPr/>
        </p:nvSpPr>
        <p:spPr>
          <a:xfrm xmlns:a="http://schemas.openxmlformats.org/drawingml/2006/main">
            <a:off x="6724650" y="1847850"/>
            <a:ext cx="2000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31"/>
          </a:bodyPr>
          <a:lstStyle xmlns:a="http://schemas.openxmlformats.org/drawingml/2006/main"/>
          <a:p xmlns:a="http://schemas.openxmlformats.org/drawingml/2006/main">
            <a:pPr algn="l">
              <a:defRPr sz="10650" b="1">
                <a:solidFill>
                  <a:srgbClr val="3977FF"/>
                </a:solidFill>
                <a:latin typeface="Arial"/>
                <a:ea typeface="Arial"/>
                <a:cs typeface="Arial"/>
              </a:defRPr>
            </a:pPr>
            <a:r>
              <a:rPr sz="10650" b="1">
                <a:solidFill>
                  <a:srgbClr val="3977FF"/>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A4F6F92D-DC61-4323-A9FE-AC2A49191811}"/>
              </a:ext>
            </a:extLst>
          </p:cNvPr>
          <p:cNvSpPr>
            <a:spLocks xmlns:a="http://schemas.openxmlformats.org/drawingml/2006/main" noGrp="1"/>
          </p:cNvSpPr>
          <p:nvPr/>
        </p:nvSpPr>
        <p:spPr>
          <a:xfrm xmlns:a="http://schemas.openxmlformats.org/drawingml/2006/main">
            <a:off x="8763000" y="20955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F3F1EB"/>
                </a:solidFill>
                <a:latin typeface="Arial"/>
                <a:ea typeface="Arial"/>
                <a:cs typeface="Arial"/>
              </a:defRPr>
            </a:pPr>
            <a:r>
              <a:rPr sz="2250" b="1">
                <a:solidFill>
                  <a:srgbClr val="F3F1EB"/>
                </a:solidFill>
                <a:latin typeface="Arial"/>
                <a:ea typeface="Arial"/>
                <a:cs typeface="Arial"/>
              </a:rPr>
              <a:t>AMÉLIORATIONS</a:t>
            </a:r>
          </a:p>
        </p:txBody>
      </p:sp>
      <p:sp>
        <p:nvSpPr>
          <p:cNvPr id="8" name="">
            <a:extLst xmlns:a="http://schemas.openxmlformats.org/drawingml/2006/main">
              <a:ext uri="{FF2B5EF4-FFF2-40B4-BE49-F238E27FC236}">
                <a16:creationId xmlns:a16="http://schemas.microsoft.com/office/drawing/2014/main" id="{0FF2A89A-2EFC-4E9D-BA98-D323BD7276DD}"/>
              </a:ext>
            </a:extLst>
          </p:cNvPr>
          <p:cNvSpPr>
            <a:spLocks xmlns:a="http://schemas.openxmlformats.org/drawingml/2006/main" noGrp="1"/>
          </p:cNvSpPr>
          <p:nvPr/>
        </p:nvSpPr>
        <p:spPr>
          <a:xfrm xmlns:a="http://schemas.openxmlformats.org/drawingml/2006/main">
            <a:off x="8782050" y="2800350"/>
            <a:ext cx="27622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A4A9B7"/>
                </a:solidFill>
                <a:latin typeface="Arial"/>
                <a:ea typeface="Arial"/>
                <a:cs typeface="Arial"/>
              </a:defRPr>
            </a:pPr>
            <a:r>
              <a:rPr sz="1575" b="0">
                <a:solidFill>
                  <a:srgbClr val="A4A9B7"/>
                </a:solidFill>
                <a:latin typeface="Arial"/>
                <a:ea typeface="Arial"/>
                <a:cs typeface="Arial"/>
              </a:rPr>
              <a:t>retours associés</a:t>
            </a:r>
          </a:p>
          <a:p xmlns:a="http://schemas.openxmlformats.org/drawingml/2006/main">
            <a:pPr algn="l">
              <a:defRPr sz="1575" b="0">
                <a:solidFill>
                  <a:srgbClr val="A4A9B7"/>
                </a:solidFill>
                <a:latin typeface="Arial"/>
                <a:ea typeface="Arial"/>
                <a:cs typeface="Arial"/>
              </a:defRPr>
            </a:pPr>
            <a:r>
              <a:rPr sz="1575" b="0">
                <a:solidFill>
                  <a:srgbClr val="A4A9B7"/>
                </a:solidFill>
                <a:latin typeface="Arial"/>
                <a:ea typeface="Arial"/>
                <a:cs typeface="Arial"/>
              </a:rPr>
              <a:t>captures avant / après</a:t>
            </a:r>
          </a:p>
          <a:p xmlns:a="http://schemas.openxmlformats.org/drawingml/2006/main">
            <a:pPr algn="l">
              <a:defRPr sz="1575" b="0">
                <a:solidFill>
                  <a:srgbClr val="A4A9B7"/>
                </a:solidFill>
                <a:latin typeface="Arial"/>
                <a:ea typeface="Arial"/>
                <a:cs typeface="Arial"/>
              </a:defRPr>
            </a:pPr>
            <a:r>
              <a:rPr sz="1575" b="0">
                <a:solidFill>
                  <a:srgbClr val="A4A9B7"/>
                </a:solidFill>
                <a:latin typeface="Arial"/>
                <a:ea typeface="Arial"/>
                <a:cs typeface="Arial"/>
              </a:rPr>
              <a:t>second test</a:t>
            </a:r>
          </a:p>
        </p:txBody>
      </p:sp>
      <p:sp>
        <p:nvSpPr>
          <p:cNvPr id="9" name="">
            <a:extLst xmlns:a="http://schemas.openxmlformats.org/drawingml/2006/main">
              <a:ext uri="{FF2B5EF4-FFF2-40B4-BE49-F238E27FC236}">
                <a16:creationId xmlns:a16="http://schemas.microsoft.com/office/drawing/2014/main" id="{F20A7181-F0CB-4729-8AFD-7FBE547B7E1C}"/>
              </a:ext>
            </a:extLst>
          </p:cNvPr>
          <p:cNvSpPr>
            <a:spLocks xmlns:a="http://schemas.openxmlformats.org/drawingml/2006/main" noGrp="1"/>
          </p:cNvSpPr>
          <p:nvPr/>
        </p:nvSpPr>
        <p:spPr>
          <a:xfrm xmlns:a="http://schemas.openxmlformats.org/drawingml/2006/main">
            <a:off x="666750" y="5391150"/>
            <a:ext cx="10858500" cy="781050"/>
          </a:xfrm>
          <a:prstGeom xmlns:a="http://schemas.openxmlformats.org/drawingml/2006/main" prst="rect">
            <a:avLst/>
          </a:prstGeom>
          <a:ln xmlns:a="http://schemas.openxmlformats.org/drawingml/2006/main" w="9525">
            <a:solidFill>
              <a:srgbClr val="22C55E"/>
            </a:solidFill>
          </a:ln>
        </p:spPr>
      </p:sp>
      <p:sp>
        <p:nvSpPr>
          <p:cNvPr id="10" name="">
            <a:extLst xmlns:a="http://schemas.openxmlformats.org/drawingml/2006/main">
              <a:ext uri="{FF2B5EF4-FFF2-40B4-BE49-F238E27FC236}">
                <a16:creationId xmlns:a16="http://schemas.microsoft.com/office/drawing/2014/main" id="{811AFB94-1CB4-4D87-9C94-9BF946153539}"/>
              </a:ext>
            </a:extLst>
          </p:cNvPr>
          <p:cNvSpPr>
            <a:spLocks xmlns:a="http://schemas.openxmlformats.org/drawingml/2006/main" noGrp="1"/>
          </p:cNvSpPr>
          <p:nvPr/>
        </p:nvSpPr>
        <p:spPr>
          <a:xfrm xmlns:a="http://schemas.openxmlformats.org/drawingml/2006/main">
            <a:off x="952500" y="55626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3F1EB"/>
                </a:solidFill>
                <a:latin typeface="Arial"/>
                <a:ea typeface="Arial"/>
                <a:cs typeface="Arial"/>
              </a:defRPr>
            </a:pPr>
            <a:r>
              <a:rPr sz="2100" b="1">
                <a:solidFill>
                  <a:srgbClr val="F3F1EB"/>
                </a:solidFill>
                <a:latin typeface="Arial"/>
                <a:ea typeface="Arial"/>
                <a:cs typeface="Arial"/>
              </a:rPr>
              <a:t>Un retour terrain. Une décision. Une évolution visible.</a:t>
            </a:r>
          </a:p>
        </p:txBody>
      </p:sp>
    </p:spTree>
    <p:extLst>
      <p:ext uri="{BB962C8B-B14F-4D97-AF65-F5344CB8AC3E}">
        <p14:creationId xmlns:p14="http://schemas.microsoft.com/office/powerpoint/2010/main" val="9212354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2026-10-02T09:48:13.3160000Z</dcterms:created>
  <dcterms:modified xsi:type="dcterms:W3CDTF">2026-10-02T09:48:13.3160000Z</dcterms:modified>
</coreProperties>
</file>